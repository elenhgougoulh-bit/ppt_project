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Η Πρώτη μας AI Παρουσίαση!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Το Docker περιβάλλον δουλεύει άψογα.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