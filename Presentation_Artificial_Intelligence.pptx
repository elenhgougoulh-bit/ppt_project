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334" r:id="rId5"/>
  </p:sldMasterIdLst>
  <p:notesMasterIdLst>
    <p:notesMasterId r:id="rId13"/>
  </p:notesMasterIdLst>
  <p:sldIdLst>
    <p:sldId id="256" r:id="rId12"/>
    <p:sldId id="257" r:id="rId11"/>
    <p:sldId id="258" r:id="rId10"/>
    <p:sldId id="259" r:id="rId9"/>
    <p:sldId id="260" r:id="rId8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55001-A95D-6110-0A1D-5527D0FE8587}" name="Vassileios Kolias (GR)" initials="V(" userId="S::vassileios.k.kolias@pwc.com::c8202466-d0b1-462e-ba0f-42fb65a13c7f" providerId="AD"/>
  <p188:author id="{EF66B013-6E01-0523-DCA0-66127DFD1E37}" name="Nektarios Syrmas (GR)" initials="NS" userId="S::nektarios.syrmas@pwc.com::aab13efd-aba4-4d10-8831-6b9909e41273" providerId="AD"/>
  <p188:author id="{C4F66F17-3DFA-9765-93AC-9126B1B1BC3A}" name="Harry Ladas (GR)" initials="HL(" userId="S::harry.ladas@pwc.com::456dee06-037d-4212-8925-c74e882e114e" providerId="AD"/>
  <p188:author id="{CFD31525-0232-E8F1-F479-96F35170939C}" name="Stavros Chatzis (GR)" initials="" userId="S::stavros.chatzis@pwc.com::3015c437-ca0c-4146-adba-e96a006edba4" providerId="AD"/>
  <p188:author id="{7A67FC26-EC08-CFED-9BED-EF7ADEF48511}" name="Vasiliki Vougioukli (GR)" initials="" userId="S::vasiliki.vougioukli@pwc.com::e6e5d42f-2e1e-4d54-9ed3-07ca742d6d8c" providerId="AD"/>
  <p188:author id="{C45F1527-2668-81CC-AD22-06A26048DBCA}" name="Rafael Toshkesi (GR)" initials="RT(" userId="S::rafael.toshkesi@pwc.com::c8e72217-41fb-43c7-9b5f-3bc74a570177" providerId="AD"/>
  <p188:author id="{E4BFE02D-8B8F-E91C-5570-C2BC9EDA134A}" name="Dimitrios Kiousis (GR)" initials="DK" userId="S::dimitrios.kiousis@pwc.com::7e92d374-0314-454c-bf9d-130c3588483f" providerId="AD"/>
  <p188:author id="{9782522E-1DDF-07B8-5797-BBC96779F484}" name="Christos Chimarios (GR)" initials="" userId="S::christos.chimarios@pwc.com::b4a08613-d851-481b-b6d7-442a956650ac" providerId="AD"/>
  <p188:author id="{31060934-A3DD-66C3-37F7-F94C83361B1D}" name="Georgios Nikitas (GR)" initials="" userId="S::georgios.nikitas@pwc.com::de62f580-ccb0-45b3-9e80-c6ca168955c4" providerId="AD"/>
  <p188:author id="{0603E63E-A125-3889-1CD2-1977AA316A6C}" name="Fotis Nikolaidis (GR)" initials="" userId="S::fotis.nikolaidis@pwc.com::2d72a314-7aa8-484e-9df4-28e94ce85b4c" providerId="AD"/>
  <p188:author id="{72C7623F-8C15-3A97-7C01-A9681FABB514}" name="PwC Author" initials="PwC" userId="PwC Author" providerId="None"/>
  <p188:author id="{4F4B6743-8B74-8DF0-E49D-1BE34DE49935}" name="Eleni Gkougkouli (GR)" initials="EG" userId="S::eleni.gkougkouli@pwc.com::c5d2e721-ce67-48b6-9e5b-d208083b2ae3" providerId="AD"/>
  <p188:author id="{C439E845-12F9-AE0F-AF0A-8AF32E66FC88}" name="Amalia Ledaki (GR)" initials="AL" userId="S::amalia.ledaki@pwc.com::96df4527-9605-49b8-b4f1-adedf86a20d7" providerId="AD"/>
  <p188:author id="{DEF90946-304E-8E91-B283-4958B94308EE}" name="Vera Spanopoulou (GR)" initials="VS" userId="S::varvara.spanopoulou@pwc.com::4c7432d4-1001-4ed4-bff0-554fa331f8c5" providerId="AD"/>
  <p188:author id="{0EED5449-6F08-AC98-E340-B72DF617A0D4}" name="Deppy Tzilali (GR)" initials="" userId="S::deppy.tzilali@pwc.com::39b0c049-0087-4cda-b68e-dfa2b8d4c9d8" providerId="AD"/>
  <p188:author id="{129EDF6F-6517-B169-C17F-26C50EA6E8D7}" name="Iryna Dankevych (GR)" initials="ID" userId="S::iryna.dankevych@pwc.com::26dc8826-100d-43a4-aa0b-10059f165d11" providerId="AD"/>
  <p188:author id="{98802279-9F3D-BFE4-8EC1-68C8B61D33BD}" name="Christina Totikidi (GR)" initials="" userId="S::christina.totikidi@pwc.com::05bd9526-50fc-4fdb-841c-3f89d46ee87f" providerId="AD"/>
  <p188:author id="{3EC5D37D-4BC7-2A10-F706-D5970C83E9FA}" name="Chrysanthi Kalamara (GR)" initials="CK" userId="S::chrysanthi.kalamara@pwc.com::c20802e2-ce1d-42c6-9558-80a747f7dfc1" providerId="AD"/>
  <p188:author id="{D29FED8A-4E8C-E5E1-AC26-BF4739D8B938}" name="Kalliopi Kyriakopoulou (GR)" initials="" userId="S::kalliope.kyriakopoulou@pwc.com::7ba51b21-583d-4bfb-9ee9-5ca402ec4dd2" providerId="AD"/>
  <p188:author id="{54F00194-0C68-6171-83FB-A769BB45F988}" name="Giorgos Mammos (GR)" initials="" userId="S::giorgos.mammos@pwc.com::9923d07c-c3e9-4457-b793-fc3a291117c9" providerId="AD"/>
  <p188:author id="{2C6E9DAF-E452-B7D3-E73A-00A575500299}" name="Dimitris Tzanidakis (GR)" initials="DT" userId="S::dimitrios.tzanidakis@pwc.com::cc4cac2d-d7d5-4e0b-891c-71265c99aa86" providerId="AD"/>
  <p188:author id="{1BB8CBAF-DC6E-CA3B-738B-3DA628E50850}" name="Stelios Tavoularis (GR)" initials="" userId="S::tavoularis.stelios@pwc.com::917f21dd-3506-492a-b075-532c2f4ee74f" providerId="AD"/>
  <p188:author id="{0316E1BC-8FAF-95D5-D172-F119FE3E78A7}" name="Theodoros Stefanitsis (GR)" initials="T(" userId="S::theodoros.stefanitsis@pwc.com::9e0846da-f6cb-4c63-a95b-36ff3669f3fa" providerId="AD"/>
  <p188:author id="{1BA5B6D5-6E77-E27D-0F0D-6AA42C9DA43C}" name="PwC" initials="PwC" userId="PwC" providerId="None"/>
  <p188:author id="{1CC1B2EF-4B8C-2B2F-C779-8F213717C2D4}" name="Nikos Panos (GR)" initials="N(" userId="S::nikos.panos@pwc.com::588a7584-2f1c-4b03-a408-7e124544df15" providerId="AD"/>
  <p188:author id="{F8CB8AF1-2D38-F09D-0A5B-8919B281E728}" name="Antonis Bourgias (GR)" initials="AB" userId="S::antonis.bourgias@pwc.com::1360e00f-2bb6-4763-ba20-8cc3d85e3811" providerId="AD"/>
  <p188:author id="{2224C4F9-D4A8-8E86-855A-1873775A3B9A}" name="Ioannis Tzikas (GR)" initials="I(" userId="S::ioannis.tzikas@pwc.com::8e4270b1-1d22-42f8-9af9-a2a1aecddd67" providerId="AD"/>
  <p188:author id="{1E3C27FB-04DD-80D3-7FFB-FDBBE48E974C}" name="Giorgos Kyriakopoulos (GR)" initials="GK(" userId="S::giorgos.kyriakopoulos@pwc.com::9a737a8c-dd7c-4d4f-b651-e7edfb5d8b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FE976B"/>
    <a:srgbClr val="92D050"/>
    <a:srgbClr val="FD5108"/>
    <a:srgbClr val="FD7338"/>
    <a:srgbClr val="FE7C39"/>
    <a:srgbClr val="FFAA72"/>
    <a:srgbClr val="FFE6D3"/>
    <a:srgbClr val="EB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217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02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617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4478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829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81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6886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5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961864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63232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582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6606383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5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48043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69827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2880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3308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93438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15223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88275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5E1AED9-7348-C0D6-6C7B-0638EC7DD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9219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A09979-2FEA-E14B-C57D-0410A93B78E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13979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5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E6FD5DD-6E47-858A-7DDA-58896BDEF30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787031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01429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ox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24615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527522C-9479-A5BB-F7DF-21C37A5DD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7667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CDF69-AF9E-5E53-483E-5696F0A8F47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619452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4B9978-6CEB-1E68-B830-BF5CAA37FFC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19451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D6A840D3-8BBB-BFD2-CE4A-39493B894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5285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F0A53D8-8D22-04B5-947F-DB36EDA52A5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7174639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2851B0-C3A3-C32F-EB4D-89500E517F5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174638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FA3CD4F3-14E7-2E0D-6548-DD18C8AEB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7690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DB33C2C-770E-08AD-B471-2D8A7E02258C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7169475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E17395C-D2EB-4798-56BF-71EB39D795DA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7169474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712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4844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13263"/>
            <a:ext cx="1285875" cy="1425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27613"/>
            <a:ext cx="2230437" cy="91598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0A3FD0-79FF-A98F-5AEB-3E48BB5C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014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Only">
  <p:cSld name="1_Cover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0"/>
          <p:cNvSpPr txBox="1">
            <a:spLocks noGrp="1"/>
          </p:cNvSpPr>
          <p:nvPr>
            <p:ph type="sldNum" idx="12"/>
          </p:nvPr>
        </p:nvSpPr>
        <p:spPr>
          <a:xfrm>
            <a:off x="9595104" y="6477000"/>
            <a:ext cx="203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Google Shape;33;p160"/>
          <p:cNvSpPr txBox="1"/>
          <p:nvPr/>
        </p:nvSpPr>
        <p:spPr>
          <a:xfrm>
            <a:off x="573024" y="6477001"/>
            <a:ext cx="3454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PwC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60"/>
          <p:cNvSpPr txBox="1">
            <a:spLocks noGrp="1"/>
          </p:cNvSpPr>
          <p:nvPr>
            <p:ph type="title"/>
          </p:nvPr>
        </p:nvSpPr>
        <p:spPr>
          <a:xfrm>
            <a:off x="573024" y="683096"/>
            <a:ext cx="110580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60"/>
          <p:cNvSpPr txBox="1"/>
          <p:nvPr/>
        </p:nvSpPr>
        <p:spPr>
          <a:xfrm>
            <a:off x="5601400" y="6477000"/>
            <a:ext cx="989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922343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 - Subtitle 1">
  <p:cSld name="One Column Content - Subtitle 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793AA5-ECEB-19BC-1152-94E1FC7F6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815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793AA5-ECEB-19BC-1152-94E1FC7F6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" name="Google Shape;967;p86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68" name="Google Shape;968;p86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5640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1_Title and Conte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3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4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483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2941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1">
  <p:cSld name="Four Content 1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a35d086b18_4_1042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5" name="Google Shape;905;g2a35d086b18_4_1042"/>
          <p:cNvSpPr txBox="1">
            <a:spLocks noGrp="1"/>
          </p:cNvSpPr>
          <p:nvPr>
            <p:ph type="body" idx="2"/>
          </p:nvPr>
        </p:nvSpPr>
        <p:spPr>
          <a:xfrm>
            <a:off x="33606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g2a35d086b18_4_1042"/>
          <p:cNvSpPr txBox="1">
            <a:spLocks noGrp="1"/>
          </p:cNvSpPr>
          <p:nvPr>
            <p:ph type="body" idx="3"/>
          </p:nvPr>
        </p:nvSpPr>
        <p:spPr>
          <a:xfrm>
            <a:off x="6275388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7" name="Google Shape;907;g2a35d086b18_4_1042"/>
          <p:cNvSpPr txBox="1">
            <a:spLocks noGrp="1"/>
          </p:cNvSpPr>
          <p:nvPr>
            <p:ph type="body" idx="4"/>
          </p:nvPr>
        </p:nvSpPr>
        <p:spPr>
          <a:xfrm>
            <a:off x="919016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8" name="Google Shape;908;g2a35d086b18_4_104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09" name="Google Shape;909;g2a35d086b18_4_104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2359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a35d086b18_4_1049"/>
          <p:cNvSpPr txBox="1">
            <a:spLocks noGrp="1"/>
          </p:cNvSpPr>
          <p:nvPr>
            <p:ph type="title"/>
          </p:nvPr>
        </p:nvSpPr>
        <p:spPr>
          <a:xfrm>
            <a:off x="3164649" y="2952759"/>
            <a:ext cx="73689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 b="0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g2a35d086b18_4_1049"/>
          <p:cNvSpPr txBox="1">
            <a:spLocks noGrp="1"/>
          </p:cNvSpPr>
          <p:nvPr>
            <p:ph type="body" idx="1"/>
          </p:nvPr>
        </p:nvSpPr>
        <p:spPr>
          <a:xfrm>
            <a:off x="610112" y="1577340"/>
            <a:ext cx="109821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marL="91440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2pPr>
            <a:lvl3pPr marL="137160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3pPr>
            <a:lvl4pPr marL="182880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4pPr>
            <a:lvl5pPr marL="228600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5pPr>
            <a:lvl6pPr marL="274320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6pPr>
            <a:lvl7pPr marL="320040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7pPr>
            <a:lvl8pPr marL="365760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8pPr>
            <a:lvl9pPr marL="411480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600"/>
              <a:buNone/>
              <a:defRPr sz="1900"/>
            </a:lvl9pPr>
          </a:lstStyle>
          <a:p>
            <a:endParaRPr/>
          </a:p>
        </p:txBody>
      </p:sp>
      <p:sp>
        <p:nvSpPr>
          <p:cNvPr id="913" name="Google Shape;913;g2a35d086b18_4_1049"/>
          <p:cNvSpPr txBox="1"/>
          <p:nvPr/>
        </p:nvSpPr>
        <p:spPr>
          <a:xfrm>
            <a:off x="11228151" y="6453612"/>
            <a:ext cx="5385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GB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2773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">
  <p:cSld name="5. title subtitle Dark Yellow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feb94fefd_2_2171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efeb94fefd_2_2171"/>
          <p:cNvSpPr txBox="1">
            <a:spLocks noGrp="1"/>
          </p:cNvSpPr>
          <p:nvPr>
            <p:ph type="subTitle" idx="1"/>
          </p:nvPr>
        </p:nvSpPr>
        <p:spPr>
          <a:xfrm>
            <a:off x="442911" y="840841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118" name="Google Shape;118;g2efeb94fefd_2_2171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05585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Orange (2 lines Title)">
  <p:cSld name="5. title subtitle Dark Orange (2 lines Title)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06ca25f58_0_62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03" name="Google Shape;203;g2206ca25f58_0_62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g2206ca25f58_0_62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5563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 (2 lines Title)">
  <p:cSld name="5. title subtitle Dark Yellow (2 lines Title)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6ca25f58_0_78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20" name="Google Shape;220;g2206ca25f58_0_78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206ca25f58_0_78"/>
          <p:cNvSpPr txBox="1">
            <a:spLocks noGrp="1"/>
          </p:cNvSpPr>
          <p:nvPr>
            <p:ph type="title"/>
          </p:nvPr>
        </p:nvSpPr>
        <p:spPr>
          <a:xfrm>
            <a:off x="442700" y="429700"/>
            <a:ext cx="11302400" cy="7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99353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54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3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4906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487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961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7866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9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2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9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9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9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74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39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638" y="885381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06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theme" Target="../theme/theme1.xml"/><Relationship Id="rId83" Type="http://schemas.openxmlformats.org/officeDocument/2006/relationships/tags" Target="../tags/tag2.xml"/><Relationship Id="rId84" Type="http://schemas.openxmlformats.org/officeDocument/2006/relationships/oleObject" Target="../embeddings/oleObject1.bin"/><Relationship Id="rId8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97.xml"/><Relationship Id="rId17" Type="http://schemas.openxmlformats.org/officeDocument/2006/relationships/theme" Target="../theme/theme2.xml"/><Relationship Id="rId18" Type="http://schemas.openxmlformats.org/officeDocument/2006/relationships/tags" Target="../tags/tag4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496554E-1502-F983-EA29-99A74C9266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3"/>
            </p:custDataLst>
            <p:extLst>
              <p:ext uri="{D42A27DB-BD31-4B8C-83A1-F6EECF244321}">
                <p14:modId xmlns:p14="http://schemas.microsoft.com/office/powerpoint/2010/main" val="15217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4" imgW="395" imgH="396" progId="TCLayout.ActiveDocument.1">
                  <p:embed/>
                </p:oleObj>
              </mc:Choice>
              <mc:Fallback>
                <p:oleObj name="think-cell Slide" r:id="rId84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96554E-1502-F983-EA29-99A74C9266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081463-6E8A-DBB2-BF8F-7EBE4B6B4617}"/>
              </a:ext>
            </a:extLst>
          </p:cNvPr>
          <p:cNvSpPr/>
          <p:nvPr userDrawn="1"/>
        </p:nvSpPr>
        <p:spPr>
          <a:xfrm>
            <a:off x="-519757" y="227765"/>
            <a:ext cx="360000" cy="3600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/>
              <a:t>A&gt;18pt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17D7B-E4E8-D2A3-61DA-03209B7A1E7D}"/>
              </a:ext>
            </a:extLst>
          </p:cNvPr>
          <p:cNvSpPr/>
          <p:nvPr userDrawn="1"/>
        </p:nvSpPr>
        <p:spPr>
          <a:xfrm>
            <a:off x="-508169" y="2396065"/>
            <a:ext cx="360000" cy="360000"/>
          </a:xfrm>
          <a:prstGeom prst="rect">
            <a:avLst/>
          </a:prstGeom>
          <a:solidFill>
            <a:srgbClr val="FE7C39"/>
          </a:solidFill>
          <a:ln>
            <a:solidFill>
              <a:srgbClr val="FE7C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/>
              <a:t>abc</a:t>
            </a:r>
            <a:endParaRPr lang="en-GB"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58D258-E2BC-2FCC-A725-B36C10CE8302}"/>
              </a:ext>
            </a:extLst>
          </p:cNvPr>
          <p:cNvSpPr/>
          <p:nvPr userDrawn="1"/>
        </p:nvSpPr>
        <p:spPr>
          <a:xfrm>
            <a:off x="-508169" y="2856529"/>
            <a:ext cx="360000" cy="36000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B600C9-43B9-608E-6A2A-4C42F714BA57}"/>
              </a:ext>
            </a:extLst>
          </p:cNvPr>
          <p:cNvSpPr/>
          <p:nvPr userDrawn="1"/>
        </p:nvSpPr>
        <p:spPr>
          <a:xfrm>
            <a:off x="-508169" y="3316993"/>
            <a:ext cx="360000" cy="360000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E2F10C-D3EC-781C-7298-9C186774C838}"/>
              </a:ext>
            </a:extLst>
          </p:cNvPr>
          <p:cNvSpPr/>
          <p:nvPr userDrawn="1"/>
        </p:nvSpPr>
        <p:spPr>
          <a:xfrm>
            <a:off x="-508169" y="3777457"/>
            <a:ext cx="360000" cy="360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6D1183-77AC-1453-18E3-E5396DFB07EA}"/>
              </a:ext>
            </a:extLst>
          </p:cNvPr>
          <p:cNvSpPr/>
          <p:nvPr userDrawn="1"/>
        </p:nvSpPr>
        <p:spPr>
          <a:xfrm>
            <a:off x="-508169" y="4237921"/>
            <a:ext cx="360000" cy="360000"/>
          </a:xfrm>
          <a:prstGeom prst="rect">
            <a:avLst/>
          </a:prstGeom>
          <a:solidFill>
            <a:srgbClr val="A1A8B3"/>
          </a:solidFill>
          <a:ln>
            <a:solidFill>
              <a:srgbClr val="A1A8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B74CF2-CF5B-7105-71F4-1A73A8B2C23F}"/>
              </a:ext>
            </a:extLst>
          </p:cNvPr>
          <p:cNvSpPr/>
          <p:nvPr userDrawn="1"/>
        </p:nvSpPr>
        <p:spPr>
          <a:xfrm>
            <a:off x="-508169" y="4698385"/>
            <a:ext cx="360000" cy="36000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4629C5-0378-EB8B-C76E-6865ACE65FED}"/>
              </a:ext>
            </a:extLst>
          </p:cNvPr>
          <p:cNvSpPr/>
          <p:nvPr userDrawn="1"/>
        </p:nvSpPr>
        <p:spPr>
          <a:xfrm>
            <a:off x="-508169" y="5158849"/>
            <a:ext cx="360000" cy="36000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6FA166-01D7-0CCD-0F7B-67662A2118C9}"/>
              </a:ext>
            </a:extLst>
          </p:cNvPr>
          <p:cNvSpPr/>
          <p:nvPr userDrawn="1"/>
        </p:nvSpPr>
        <p:spPr>
          <a:xfrm>
            <a:off x="-508169" y="5619313"/>
            <a:ext cx="360000" cy="360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12C43F-9AC1-BD82-A624-C05775D41AD9}"/>
              </a:ext>
            </a:extLst>
          </p:cNvPr>
          <p:cNvSpPr/>
          <p:nvPr userDrawn="1"/>
        </p:nvSpPr>
        <p:spPr>
          <a:xfrm>
            <a:off x="-508169" y="6079777"/>
            <a:ext cx="360000" cy="36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35CE7D-CF4D-BB4B-C76C-FECFC306DC3B}"/>
              </a:ext>
            </a:extLst>
          </p:cNvPr>
          <p:cNvSpPr txBox="1"/>
          <p:nvPr userDrawn="1"/>
        </p:nvSpPr>
        <p:spPr>
          <a:xfrm rot="16200000">
            <a:off x="-1697125" y="4018056"/>
            <a:ext cx="2245935" cy="2828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900" b="1" i="0">
                <a:solidFill>
                  <a:srgbClr val="4A4A4A"/>
                </a:solidFill>
                <a:effectLst/>
                <a:latin typeface="+mn-lt"/>
              </a:rPr>
              <a:t>Data visualizations only </a:t>
            </a:r>
            <a:endParaRPr lang="en-GB" sz="900" b="1">
              <a:latin typeface="+mn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4F8F0-77EC-91B7-777F-ECC25507B4D4}"/>
              </a:ext>
            </a:extLst>
          </p:cNvPr>
          <p:cNvSpPr/>
          <p:nvPr userDrawn="1"/>
        </p:nvSpPr>
        <p:spPr>
          <a:xfrm>
            <a:off x="-519659" y="688229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bg1"/>
                </a:solidFill>
              </a:rPr>
              <a:t>abc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86A711-45F3-4A03-0B28-E0E11173DC97}"/>
              </a:ext>
            </a:extLst>
          </p:cNvPr>
          <p:cNvSpPr/>
          <p:nvPr userDrawn="1"/>
        </p:nvSpPr>
        <p:spPr>
          <a:xfrm>
            <a:off x="-519757" y="115525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597E87-83F0-D292-A44A-EE073613786A}"/>
              </a:ext>
            </a:extLst>
          </p:cNvPr>
          <p:cNvSpPr/>
          <p:nvPr userDrawn="1"/>
        </p:nvSpPr>
        <p:spPr>
          <a:xfrm>
            <a:off x="-570227" y="2331142"/>
            <a:ext cx="485386" cy="420163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4" r:id="rId5"/>
    <p:sldLayoutId id="2147483745" r:id="rId6"/>
    <p:sldLayoutId id="2147483746" r:id="rId7"/>
    <p:sldLayoutId id="2147483651" r:id="rId8"/>
    <p:sldLayoutId id="2147483659" r:id="rId9"/>
    <p:sldLayoutId id="2147483660" r:id="rId10"/>
    <p:sldLayoutId id="2147483733" r:id="rId11"/>
    <p:sldLayoutId id="2147483738" r:id="rId12"/>
    <p:sldLayoutId id="2147483739" r:id="rId13"/>
    <p:sldLayoutId id="2147483741" r:id="rId14"/>
    <p:sldLayoutId id="2147483740" r:id="rId15"/>
    <p:sldLayoutId id="2147483696" r:id="rId16"/>
    <p:sldLayoutId id="2147483697" r:id="rId17"/>
    <p:sldLayoutId id="2147483723" r:id="rId18"/>
    <p:sldLayoutId id="2147483724" r:id="rId19"/>
    <p:sldLayoutId id="2147483702" r:id="rId20"/>
    <p:sldLayoutId id="2147483684" r:id="rId21"/>
    <p:sldLayoutId id="2147483703" r:id="rId22"/>
    <p:sldLayoutId id="2147483704" r:id="rId23"/>
    <p:sldLayoutId id="2147483705" r:id="rId24"/>
    <p:sldLayoutId id="2147483685" r:id="rId25"/>
    <p:sldLayoutId id="2147483706" r:id="rId26"/>
    <p:sldLayoutId id="2147483719" r:id="rId27"/>
    <p:sldLayoutId id="2147483717" r:id="rId28"/>
    <p:sldLayoutId id="2147483718" r:id="rId29"/>
    <p:sldLayoutId id="2147483707" r:id="rId30"/>
    <p:sldLayoutId id="2147483708" r:id="rId31"/>
    <p:sldLayoutId id="2147483709" r:id="rId32"/>
    <p:sldLayoutId id="2147483686" r:id="rId33"/>
    <p:sldLayoutId id="2147483722" r:id="rId34"/>
    <p:sldLayoutId id="2147483721" r:id="rId35"/>
    <p:sldLayoutId id="2147483714" r:id="rId36"/>
    <p:sldLayoutId id="2147483710" r:id="rId37"/>
    <p:sldLayoutId id="2147483711" r:id="rId38"/>
    <p:sldLayoutId id="2147483687" r:id="rId39"/>
    <p:sldLayoutId id="2147483713" r:id="rId40"/>
    <p:sldLayoutId id="2147483662" r:id="rId41"/>
    <p:sldLayoutId id="2147483699" r:id="rId42"/>
    <p:sldLayoutId id="2147483663" r:id="rId43"/>
    <p:sldLayoutId id="2147483689" r:id="rId44"/>
    <p:sldLayoutId id="2147483664" r:id="rId45"/>
    <p:sldLayoutId id="2147483690" r:id="rId46"/>
    <p:sldLayoutId id="2147483691" r:id="rId47"/>
    <p:sldLayoutId id="2147483692" r:id="rId48"/>
    <p:sldLayoutId id="2147483671" r:id="rId49"/>
    <p:sldLayoutId id="2147483700" r:id="rId50"/>
    <p:sldLayoutId id="2147483701" r:id="rId51"/>
    <p:sldLayoutId id="2147483693" r:id="rId52"/>
    <p:sldLayoutId id="2147483694" r:id="rId53"/>
    <p:sldLayoutId id="2147483673" r:id="rId54"/>
    <p:sldLayoutId id="2147483676" r:id="rId55"/>
    <p:sldLayoutId id="2147483715" r:id="rId56"/>
    <p:sldLayoutId id="2147483716" r:id="rId57"/>
    <p:sldLayoutId id="2147483678" r:id="rId58"/>
    <p:sldLayoutId id="2147483679" r:id="rId59"/>
    <p:sldLayoutId id="2147483680" r:id="rId60"/>
    <p:sldLayoutId id="2147483666" r:id="rId61"/>
    <p:sldLayoutId id="2147483720" r:id="rId62"/>
    <p:sldLayoutId id="2147483654" r:id="rId63"/>
    <p:sldLayoutId id="2147483655" r:id="rId64"/>
    <p:sldLayoutId id="2147483681" r:id="rId65"/>
    <p:sldLayoutId id="2147483725" r:id="rId66"/>
    <p:sldLayoutId id="2147483726" r:id="rId67"/>
    <p:sldLayoutId id="2147483727" r:id="rId68"/>
    <p:sldLayoutId id="2147483742" r:id="rId69"/>
    <p:sldLayoutId id="2147484040" r:id="rId70"/>
    <p:sldLayoutId id="2147484038" r:id="rId71"/>
    <p:sldLayoutId id="2147484039" r:id="rId72"/>
    <p:sldLayoutId id="2147484035" r:id="rId73"/>
    <p:sldLayoutId id="2147484036" r:id="rId74"/>
    <p:sldLayoutId id="2147484288" r:id="rId75"/>
    <p:sldLayoutId id="2147484333" r:id="rId76"/>
    <p:sldLayoutId id="2147484562" r:id="rId77"/>
    <p:sldLayoutId id="2147484563" r:id="rId78"/>
    <p:sldLayoutId id="2147484564" r:id="rId79"/>
    <p:sldLayoutId id="2147484641" r:id="rId80"/>
    <p:sldLayoutId id="2147484740" r:id="rId8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4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4" userDrawn="1">
          <p15:clr>
            <a:srgbClr val="F26B43"/>
          </p15:clr>
        </p15:guide>
        <p15:guide id="17" pos="2067" userDrawn="1">
          <p15:clr>
            <a:srgbClr val="F26B43"/>
          </p15:clr>
        </p15:guide>
        <p15:guide id="18" pos="2600" userDrawn="1">
          <p15:clr>
            <a:srgbClr val="F26B43"/>
          </p15:clr>
        </p15:guide>
        <p15:guide id="19" pos="2670" userDrawn="1">
          <p15:clr>
            <a:srgbClr val="F26B43"/>
          </p15:clr>
        </p15:guide>
        <p15:guide id="20" pos="3204" userDrawn="1">
          <p15:clr>
            <a:srgbClr val="F26B43"/>
          </p15:clr>
        </p15:guide>
        <p15:guide id="21" pos="3275" userDrawn="1">
          <p15:clr>
            <a:srgbClr val="F26B43"/>
          </p15:clr>
        </p15:guide>
        <p15:guide id="22" pos="3807" userDrawn="1">
          <p15:clr>
            <a:srgbClr val="F26B43"/>
          </p15:clr>
        </p15:guide>
        <p15:guide id="23" pos="3879" userDrawn="1">
          <p15:clr>
            <a:srgbClr val="F26B43"/>
          </p15:clr>
        </p15:guide>
        <p15:guide id="24" pos="4412" userDrawn="1">
          <p15:clr>
            <a:srgbClr val="F26B43"/>
          </p15:clr>
        </p15:guide>
        <p15:guide id="25" pos="5016" userDrawn="1">
          <p15:clr>
            <a:srgbClr val="F26B43"/>
          </p15:clr>
        </p15:guide>
        <p15:guide id="26" pos="4484" userDrawn="1">
          <p15:clr>
            <a:srgbClr val="F26B43"/>
          </p15:clr>
        </p15:guide>
        <p15:guide id="27" pos="5088" userDrawn="1">
          <p15:clr>
            <a:srgbClr val="F26B43"/>
          </p15:clr>
        </p15:guide>
        <p15:guide id="28" pos="5621" userDrawn="1">
          <p15:clr>
            <a:srgbClr val="F26B43"/>
          </p15:clr>
        </p15:guide>
        <p15:guide id="29" pos="5693" userDrawn="1">
          <p15:clr>
            <a:srgbClr val="F26B43"/>
          </p15:clr>
        </p15:guide>
        <p15:guide id="30" pos="6224" userDrawn="1">
          <p15:clr>
            <a:srgbClr val="F26B43"/>
          </p15:clr>
        </p15:guide>
        <p15:guide id="31" pos="6297" userDrawn="1">
          <p15:clr>
            <a:srgbClr val="F26B43"/>
          </p15:clr>
        </p15:guide>
        <p15:guide id="32" pos="6828" userDrawn="1">
          <p15:clr>
            <a:srgbClr val="F26B43"/>
          </p15:clr>
        </p15:guide>
        <p15:guide id="33" pos="6900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8DDD894-604F-04AB-869E-161064A199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9888845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7772400" imgH="10058400" progId="TCLayout.ActiveDocument.1">
                  <p:embed/>
                </p:oleObj>
              </mc:Choice>
              <mc:Fallback>
                <p:oleObj name="think-cell Slide" r:id="rId19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DDD894-604F-04AB-869E-161064A19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  <p:sldLayoutId id="2147484346" r:id="rId12"/>
    <p:sldLayoutId id="2147484347" r:id="rId13"/>
    <p:sldLayoutId id="2147484348" r:id="rId14"/>
    <p:sldLayoutId id="2147484349" r:id="rId15"/>
    <p:sldLayoutId id="214748435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Unveiling the Future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Τι είναι η Τεχνητή Νοημοσύνη;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 Προσομοίωση της ανθρώπινης νοημοσύνης σε μηχανές.</a:t>
            </a:r>
          </a:p>
          <a:p>
            <a:r>
              <a:t>•  Μηχανές προγραμματισμένες να σκέφτονται, να μαθαίνουν και να επιλύουν προβλήματα.</a:t>
            </a:r>
          </a:p>
          <a:p>
            <a:r>
              <a:t>•  Περιλαμβάνει τη μηχανική μάθηση, τη βαθιά μάθηση, την επεξεργασία φυσικής γλώσσας και την όραση υπολογιστών.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Βασικές Εφαρμογές της ΤΝ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 Υγειονομική περίθαλψη (διάγνωση, ανακάλυψη φαρμάκων)</a:t>
            </a:r>
          </a:p>
          <a:p>
            <a:r>
              <a:t>•  Αυτόνομα Οχήματα (αυτοκινούμενα αυτοκίνητα)</a:t>
            </a:r>
          </a:p>
          <a:p>
            <a:r>
              <a:t>•  Οικονομικά (ανίχνευση απάτης, αλγοριθμικές συναλλαγές)</a:t>
            </a:r>
          </a:p>
          <a:p>
            <a:r>
              <a:t>•  Εξυπηρέτηση Πελατών (chatbots, εικονικοί βοηθοί)</a:t>
            </a:r>
          </a:p>
          <a:p>
            <a:r>
              <a:t>•  Ψυχαγωγία (συστήματα συστάσεων, δημιουργία περιεχομένου)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Andrew 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«Η τεχνητή νοημοσύνη είναι η νέα ηλεκτρική ενέργεια.»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Το Μέλλον της Τεχνητής Νοημοσύνης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 Μετασχηματιστικό δυναμικό σε όλες τις βιομηχανίες.</a:t>
            </a:r>
          </a:p>
          <a:p>
            <a:r>
              <a:t>•  Ηθικές εκτιμήσεις (μεροληψία, απόρρητο, αντικατάσταση θέσεων εργασίας).</a:t>
            </a:r>
          </a:p>
          <a:p>
            <a:r>
              <a:t>•  Συνεχής καινοτομία και ανάπτυξη.</a:t>
            </a:r>
          </a:p>
          <a:p>
            <a:r>
              <a:t>•  Συνεργασία μεταξύ ανθρώπων και ΤΝ για ενισχυμένες δυνατότητες.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64,4,Understanding your nee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4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4CEFDDFA-E6F6-E148-85E7-7FD761DA9A39}" vid="{4235F95A-BDD2-F14F-A7C1-37149C6A0C9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E6CFCEE-E36B-4906-8A7E-6FC6355CFC31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E6F5D2DA74FC4B82907BEE0472EE32" ma:contentTypeVersion="17" ma:contentTypeDescription="Create a new document." ma:contentTypeScope="" ma:versionID="39f3fb30a1a4f444379f192aa23a978d">
  <xsd:schema xmlns:xsd="http://www.w3.org/2001/XMLSchema" xmlns:xs="http://www.w3.org/2001/XMLSchema" xmlns:p="http://schemas.microsoft.com/office/2006/metadata/properties" xmlns:ns2="1235bcee-5df9-45d6-993b-86064303bbc5" xmlns:ns3="b9c8a492-a777-4c61-a65f-85ecc5b5ecae" targetNamespace="http://schemas.microsoft.com/office/2006/metadata/properties" ma:root="true" ma:fieldsID="45c0b2d7c91b58f15202a9ac8183015a" ns2:_="" ns3:_="">
    <xsd:import namespace="1235bcee-5df9-45d6-993b-86064303bbc5"/>
    <xsd:import namespace="b9c8a492-a777-4c61-a65f-85ecc5b5ec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BillingMetadata" minOccurs="0"/>
                <xsd:element ref="ns2:Document_x0020_URL" minOccurs="0"/>
                <xsd:element ref="ns2:URL" minOccurs="0"/>
                <xsd:element ref="ns2:YRL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5bcee-5df9-45d6-993b-86064303bb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_x0020_URL" ma:index="22" nillable="true" ma:displayName="Document URL" ma:format="Hyperlink" ma:internalName="Document_x0020_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URL" ma:index="23" nillable="true" ma:displayName="URL" ma:format="Dropdown" ma:internalName="URL">
      <xsd:simpleType>
        <xsd:restriction base="dms:Note">
          <xsd:maxLength value="255"/>
        </xsd:restriction>
      </xsd:simpleType>
    </xsd:element>
    <xsd:element name="YRLLink" ma:index="24" nillable="true" ma:displayName="YRL Link" ma:description="https://pwceur.sharepoint.com/:w:/r/teams/GR-INT-CNST-Analytics-AI-Hub/Shared%20Documents/Business-Development-Ideas/PoC%20%26%20Mockups/PoCs/HR%20bot/sample%20documents/Legal/Legal_Policies.docx?d=w13fb320c91cc464d83f1ff4d56414ef1&amp;csf=1&amp;web=1&amp;e=AegiIg" ma:format="Hyperlink" ma:internalName="YRL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8a492-a777-4c61-a65f-85ecc5b5eca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8ea2556-3853-4ab0-ab8c-36cb72558dfc}" ma:internalName="TaxCatchAll" ma:showField="CatchAllData" ma:web="b9c8a492-a777-4c61-a65f-85ecc5b5ec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35bcee-5df9-45d6-993b-86064303bbc5">
      <Terms xmlns="http://schemas.microsoft.com/office/infopath/2007/PartnerControls"/>
    </lcf76f155ced4ddcb4097134ff3c332f>
    <TaxCatchAll xmlns="b9c8a492-a777-4c61-a65f-85ecc5b5ecae" xsi:nil="true"/>
    <Document_x0020_URL xmlns="1235bcee-5df9-45d6-993b-86064303bbc5">
      <Url xsi:nil="true"/>
      <Description xsi:nil="true"/>
    </Document_x0020_URL>
    <URL xmlns="1235bcee-5df9-45d6-993b-86064303bbc5" xsi:nil="true"/>
    <YRLLink xmlns="1235bcee-5df9-45d6-993b-86064303bbc5">
      <Url xsi:nil="true"/>
      <Description xsi:nil="true"/>
    </YRLLin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2D50B1-9DAB-4AEB-9E70-5B0F3AC2C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5bcee-5df9-45d6-993b-86064303bbc5"/>
    <ds:schemaRef ds:uri="b9c8a492-a777-4c61-a65f-85ecc5b5ec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758F2C-2961-4F3E-AF6C-A7AAF8C806B2}">
  <ds:schemaRefs>
    <ds:schemaRef ds:uri="8039a763-6f4e-4464-a463-670fbe21af0c"/>
    <ds:schemaRef ds:uri="cc397eee-57f5-47b5-b6a4-c0f43ace0f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235bcee-5df9-45d6-993b-86064303bbc5"/>
    <ds:schemaRef ds:uri="b9c8a492-a777-4c61-a65f-85ecc5b5ecae"/>
  </ds:schemaRefs>
</ds:datastoreItem>
</file>

<file path=customXml/itemProps3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PwC_ppt_template</Template>
  <TotalTime>321</TotalTime>
  <Words>34</Words>
  <Application>Microsoft Office PowerPoint</Application>
  <PresentationFormat>Widescreen</PresentationFormat>
  <Paragraphs>24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Georgia</vt:lpstr>
      <vt:lpstr>Helvetica Neue</vt:lpstr>
      <vt:lpstr>Times New Roman</vt:lpstr>
      <vt:lpstr>Wingdings</vt:lpstr>
      <vt:lpstr>PwC Slide Master</vt:lpstr>
      <vt:lpstr>4_PwC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Instructions – Quick Guide</dc:title>
  <dc:creator>Vasiliki Vougioukli (GR)</dc:creator>
  <cp:lastModifiedBy>Eleni Gkougkouli (GR)</cp:lastModifiedBy>
  <cp:revision>123</cp:revision>
  <dcterms:created xsi:type="dcterms:W3CDTF">2025-05-07T11:44:57Z</dcterms:created>
  <dcterms:modified xsi:type="dcterms:W3CDTF">2026-03-14T20:48:10Z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0x010100C5E6F5D2DA74FC4B82907BEE0472EE32</vt:lpwstr>
  </property>
  <property fmtid="{D5CDD505-2E9C-101B-9397-08002B2CF9AE}" pid="3" name="MediaServiceImageTags">
    <vt:lpwstr/>
  </property>
  <property fmtid="{D5CDD505-2E9C-101B-9397-08002B2CF9AE}" pid="4" name="MSIP_Label_2e1840fb-8939-4796-95d0-bc833736564d_Name">
    <vt:lpwstr>Confidential - Open Access</vt:lpwstr>
  </property>
  <property fmtid="{D5CDD505-2E9C-101B-9397-08002B2CF9AE}" pid="5" name="MSIP_Label_2e1840fb-8939-4796-95d0-bc833736564d_Tag">
    <vt:lpwstr>10, 3, 0, 2</vt:lpwstr>
  </property>
  <property fmtid="{D5CDD505-2E9C-101B-9397-08002B2CF9AE}" pid="6" name="MSIP_Label_2e1840fb-8939-4796-95d0-bc833736564d_SiteId">
    <vt:lpwstr>513294a0-3e20-41b2-a970-6d30bf1546fa</vt:lpwstr>
  </property>
  <property fmtid="{D5CDD505-2E9C-101B-9397-08002B2CF9AE}" pid="7" name="MSIP_Label_2e1840fb-8939-4796-95d0-bc833736564d_ContentBits">
    <vt:lpwstr>0</vt:lpwstr>
  </property>
  <property fmtid="{D5CDD505-2E9C-101B-9397-08002B2CF9AE}" pid="8" name="MSIP_Label_2e1840fb-8939-4796-95d0-bc833736564d_Method">
    <vt:lpwstr>Standard</vt:lpwstr>
  </property>
  <property fmtid="{D5CDD505-2E9C-101B-9397-08002B2CF9AE}" pid="9" name="MSIP_Label_2e1840fb-8939-4796-95d0-bc833736564d_ActionId">
    <vt:lpwstr>7176f1a6-3200-4886-b5a6-9b5b6c8ace40</vt:lpwstr>
  </property>
  <property fmtid="{D5CDD505-2E9C-101B-9397-08002B2CF9AE}" pid="10" name="MSIP_Label_2e1840fb-8939-4796-95d0-bc833736564d_Enabled">
    <vt:lpwstr>true</vt:lpwstr>
  </property>
  <property fmtid="{D5CDD505-2E9C-101B-9397-08002B2CF9AE}" pid="11" name="MSIP_Label_2e1840fb-8939-4796-95d0-bc833736564d_SetDate">
    <vt:lpwstr>2025-12-01T08:38:54Z</vt:lpwstr>
  </property>
</Properties>
</file>