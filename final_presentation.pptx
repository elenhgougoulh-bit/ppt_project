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4334" r:id="rId5"/>
  </p:sldMasterIdLst>
  <p:notesMasterIdLst>
    <p:notesMasterId r:id="rId13"/>
  </p:notesMasterIdLst>
  <p:sldIdLst>
    <p:sldId id="256" r:id="rId12"/>
    <p:sldId id="257" r:id="rId11"/>
    <p:sldId id="258" r:id="rId10"/>
    <p:sldId id="259" r:id="rId9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E55001-A95D-6110-0A1D-5527D0FE8587}" name="Vassileios Kolias (GR)" initials="V(" userId="S::vassileios.k.kolias@pwc.com::c8202466-d0b1-462e-ba0f-42fb65a13c7f" providerId="AD"/>
  <p188:author id="{EF66B013-6E01-0523-DCA0-66127DFD1E37}" name="Nektarios Syrmas (GR)" initials="NS" userId="S::nektarios.syrmas@pwc.com::aab13efd-aba4-4d10-8831-6b9909e41273" providerId="AD"/>
  <p188:author id="{C4F66F17-3DFA-9765-93AC-9126B1B1BC3A}" name="Harry Ladas (GR)" initials="HL(" userId="S::harry.ladas@pwc.com::456dee06-037d-4212-8925-c74e882e114e" providerId="AD"/>
  <p188:author id="{CFD31525-0232-E8F1-F479-96F35170939C}" name="Stavros Chatzis (GR)" initials="" userId="S::stavros.chatzis@pwc.com::3015c437-ca0c-4146-adba-e96a006edba4" providerId="AD"/>
  <p188:author id="{7A67FC26-EC08-CFED-9BED-EF7ADEF48511}" name="Vasiliki Vougioukli (GR)" initials="" userId="S::vasiliki.vougioukli@pwc.com::e6e5d42f-2e1e-4d54-9ed3-07ca742d6d8c" providerId="AD"/>
  <p188:author id="{C45F1527-2668-81CC-AD22-06A26048DBCA}" name="Rafael Toshkesi (GR)" initials="RT(" userId="S::rafael.toshkesi@pwc.com::c8e72217-41fb-43c7-9b5f-3bc74a570177" providerId="AD"/>
  <p188:author id="{E4BFE02D-8B8F-E91C-5570-C2BC9EDA134A}" name="Dimitrios Kiousis (GR)" initials="DK" userId="S::dimitrios.kiousis@pwc.com::7e92d374-0314-454c-bf9d-130c3588483f" providerId="AD"/>
  <p188:author id="{9782522E-1DDF-07B8-5797-BBC96779F484}" name="Christos Chimarios (GR)" initials="" userId="S::christos.chimarios@pwc.com::b4a08613-d851-481b-b6d7-442a956650ac" providerId="AD"/>
  <p188:author id="{31060934-A3DD-66C3-37F7-F94C83361B1D}" name="Georgios Nikitas (GR)" initials="" userId="S::georgios.nikitas@pwc.com::de62f580-ccb0-45b3-9e80-c6ca168955c4" providerId="AD"/>
  <p188:author id="{0603E63E-A125-3889-1CD2-1977AA316A6C}" name="Fotis Nikolaidis (GR)" initials="" userId="S::fotis.nikolaidis@pwc.com::2d72a314-7aa8-484e-9df4-28e94ce85b4c" providerId="AD"/>
  <p188:author id="{72C7623F-8C15-3A97-7C01-A9681FABB514}" name="PwC Author" initials="PwC" userId="PwC Author" providerId="None"/>
  <p188:author id="{4F4B6743-8B74-8DF0-E49D-1BE34DE49935}" name="Eleni Gkougkouli (GR)" initials="EG" userId="S::eleni.gkougkouli@pwc.com::c5d2e721-ce67-48b6-9e5b-d208083b2ae3" providerId="AD"/>
  <p188:author id="{C439E845-12F9-AE0F-AF0A-8AF32E66FC88}" name="Amalia Ledaki (GR)" initials="AL" userId="S::amalia.ledaki@pwc.com::96df4527-9605-49b8-b4f1-adedf86a20d7" providerId="AD"/>
  <p188:author id="{DEF90946-304E-8E91-B283-4958B94308EE}" name="Vera Spanopoulou (GR)" initials="VS" userId="S::varvara.spanopoulou@pwc.com::4c7432d4-1001-4ed4-bff0-554fa331f8c5" providerId="AD"/>
  <p188:author id="{0EED5449-6F08-AC98-E340-B72DF617A0D4}" name="Deppy Tzilali (GR)" initials="" userId="S::deppy.tzilali@pwc.com::39b0c049-0087-4cda-b68e-dfa2b8d4c9d8" providerId="AD"/>
  <p188:author id="{129EDF6F-6517-B169-C17F-26C50EA6E8D7}" name="Iryna Dankevych (GR)" initials="ID" userId="S::iryna.dankevych@pwc.com::26dc8826-100d-43a4-aa0b-10059f165d11" providerId="AD"/>
  <p188:author id="{98802279-9F3D-BFE4-8EC1-68C8B61D33BD}" name="Christina Totikidi (GR)" initials="" userId="S::christina.totikidi@pwc.com::05bd9526-50fc-4fdb-841c-3f89d46ee87f" providerId="AD"/>
  <p188:author id="{3EC5D37D-4BC7-2A10-F706-D5970C83E9FA}" name="Chrysanthi Kalamara (GR)" initials="CK" userId="S::chrysanthi.kalamara@pwc.com::c20802e2-ce1d-42c6-9558-80a747f7dfc1" providerId="AD"/>
  <p188:author id="{D29FED8A-4E8C-E5E1-AC26-BF4739D8B938}" name="Kalliopi Kyriakopoulou (GR)" initials="" userId="S::kalliope.kyriakopoulou@pwc.com::7ba51b21-583d-4bfb-9ee9-5ca402ec4dd2" providerId="AD"/>
  <p188:author id="{54F00194-0C68-6171-83FB-A769BB45F988}" name="Giorgos Mammos (GR)" initials="" userId="S::giorgos.mammos@pwc.com::9923d07c-c3e9-4457-b793-fc3a291117c9" providerId="AD"/>
  <p188:author id="{2C6E9DAF-E452-B7D3-E73A-00A575500299}" name="Dimitris Tzanidakis (GR)" initials="DT" userId="S::dimitrios.tzanidakis@pwc.com::cc4cac2d-d7d5-4e0b-891c-71265c99aa86" providerId="AD"/>
  <p188:author id="{1BB8CBAF-DC6E-CA3B-738B-3DA628E50850}" name="Stelios Tavoularis (GR)" initials="" userId="S::tavoularis.stelios@pwc.com::917f21dd-3506-492a-b075-532c2f4ee74f" providerId="AD"/>
  <p188:author id="{0316E1BC-8FAF-95D5-D172-F119FE3E78A7}" name="Theodoros Stefanitsis (GR)" initials="T(" userId="S::theodoros.stefanitsis@pwc.com::9e0846da-f6cb-4c63-a95b-36ff3669f3fa" providerId="AD"/>
  <p188:author id="{1BA5B6D5-6E77-E27D-0F0D-6AA42C9DA43C}" name="PwC" initials="PwC" userId="PwC" providerId="None"/>
  <p188:author id="{1CC1B2EF-4B8C-2B2F-C779-8F213717C2D4}" name="Nikos Panos (GR)" initials="N(" userId="S::nikos.panos@pwc.com::588a7584-2f1c-4b03-a408-7e124544df15" providerId="AD"/>
  <p188:author id="{F8CB8AF1-2D38-F09D-0A5B-8919B281E728}" name="Antonis Bourgias (GR)" initials="AB" userId="S::antonis.bourgias@pwc.com::1360e00f-2bb6-4763-ba20-8cc3d85e3811" providerId="AD"/>
  <p188:author id="{2224C4F9-D4A8-8E86-855A-1873775A3B9A}" name="Ioannis Tzikas (GR)" initials="I(" userId="S::ioannis.tzikas@pwc.com::8e4270b1-1d22-42f8-9af9-a2a1aecddd67" providerId="AD"/>
  <p188:author id="{1E3C27FB-04DD-80D3-7FFB-FDBBE48E974C}" name="Giorgos Kyriakopoulos (GR)" initials="GK(" userId="S::giorgos.kyriakopoulos@pwc.com::9a737a8c-dd7c-4d4f-b651-e7edfb5d8b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000"/>
    <a:srgbClr val="FE976B"/>
    <a:srgbClr val="92D050"/>
    <a:srgbClr val="FD5108"/>
    <a:srgbClr val="FD7338"/>
    <a:srgbClr val="FE7C39"/>
    <a:srgbClr val="FFAA72"/>
    <a:srgbClr val="FFE6D3"/>
    <a:srgbClr val="EB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05943CB-6F42-4776-B506-94E284F2829C}">
  <a:tblStyle styleId="{605943CB-6F42-4776-B506-94E284F2829C}" styleName="Brand Tab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DE8A128-FD69-4F98-BC96-439F510B2832}" styleName="Brand Tabl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56CA0EE-1E45-4AA6-A82B-0F5650326712}" styleName="Brand Tabl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B2FE71AF-C406-42DD-AC2B-C6103619A3FC}" styleName="Brand Tabl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tags" Target="tags/tag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BEB4EF7-6755-4417-96B3-8A9D9B3986FB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338F507-FFAD-4585-99E0-9DC17883AD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9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18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26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62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595187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521750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62161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5518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9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83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38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82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57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67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7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1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209696" y="794063"/>
            <a:ext cx="6589884" cy="3328416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857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9696" y="786384"/>
            <a:ext cx="5754687" cy="3195638"/>
          </a:xfrm>
        </p:spPr>
        <p:txBody>
          <a:bodyPr tIns="73152"/>
          <a:lstStyle>
            <a:lvl1pPr marL="647700" indent="-55245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3684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177701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711065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3D9662-5F2D-57D9-7407-78275144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65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EEDD237-2AD5-3154-E113-01E98DC0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1363" y="917575"/>
            <a:ext cx="4224722" cy="2589534"/>
          </a:xfrm>
        </p:spPr>
        <p:txBody>
          <a:bodyPr lIns="91440"/>
          <a:lstStyle>
            <a:lvl1pPr marL="292608" indent="-573088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/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8392" y="917575"/>
            <a:ext cx="4224722" cy="2589534"/>
          </a:xfrm>
        </p:spPr>
        <p:txBody>
          <a:bodyPr lIns="91440"/>
          <a:lstStyle>
            <a:lvl1pPr marL="393192" indent="-676656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>
                <a:tab pos="225425" algn="r"/>
              </a:tabLst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2516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660638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18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403809" cy="9461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1B7B6-46DE-D3F1-62FD-E7B058FA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60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02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371478"/>
            <a:ext cx="2514282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56AB70-B001-F407-DDA0-8274B081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0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3840958" cy="5566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7" y="371478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1444" y="2977040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37637" y="2977040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0C2534F-0DED-9179-1BA0-BA7BBA63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48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1363" y="1421451"/>
            <a:ext cx="2514283" cy="19388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500" b="1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831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81363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294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37638" y="1421451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0294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37638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67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39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EA8B36-F386-C764-DAD6-33D7736D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946374-FA30-CA90-8DA8-4D3D9C8D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70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10808" y="1439508"/>
            <a:ext cx="5237163" cy="4510088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83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1000"/>
              </a:spcAft>
              <a:defRPr sz="1800" b="1"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55500F-3808-9CA2-1F44-A64164571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77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800" b="1">
                <a:latin typeface="+mn-lt"/>
              </a:defRPr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87958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2435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87958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9AEC2-3D38-AA3C-D9ED-F56066F0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52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CDDF52B-DBF3-6EA5-316F-86B168D5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0338"/>
            <a:ext cx="3448050" cy="4498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440338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440339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7D3849-C8CD-8658-1466-0AC905A3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97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50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02723"/>
            <a:ext cx="3389473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D5BA45-6FFD-0692-0F0F-E110F28E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50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1946275"/>
            <a:ext cx="2757805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1946275"/>
            <a:ext cx="2752324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28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AB432F-854F-42B3-F530-13E74D7A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14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17" y="3484563"/>
            <a:ext cx="2757805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75769" y="3484563"/>
            <a:ext cx="2752324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2459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B11690-3DC6-7B4C-5196-E388A5114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7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6A1FE59-52D8-7819-FCA0-4B85124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0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08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24C-8E74-64EA-25D6-81C018D70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2401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A71C3-8B98-CBAD-967B-B8C200A9F9D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81894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A7053-6A7D-A8F8-4656-87270953BD6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71386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48D2-B18D-75C7-0C7E-1D9DB1396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0E08F-9CFF-A0A0-CB3A-AC9CDC3AD14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617" y="1428750"/>
            <a:ext cx="5645947" cy="1428750"/>
          </a:xfrm>
        </p:spPr>
        <p:txBody>
          <a:bodyPr rIns="91440"/>
          <a:lstStyle>
            <a:lvl1pPr>
              <a:defRPr sz="2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35677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8A701A6-89AB-4B4D-0870-B17023D6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4478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669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3998913"/>
            <a:ext cx="2757805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982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3998913"/>
            <a:ext cx="2752324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651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8456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3E4A20-48E1-6B96-207C-2A01DD8E9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69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8E610-9BD2-B05C-EB3A-1A76DB5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9482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981AC-1133-16A2-C7BE-8EEEC24A1C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3938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7914" y="1428750"/>
            <a:ext cx="5634604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7913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732D9-8671-5C81-D1CA-1C96F66F29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44749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200" b="0">
                <a:latin typeface="+mj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361E65-8489-022E-9A46-0B36035A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26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807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30243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9006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7769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86532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005295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89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C59803B-BF63-6637-E0C7-431792ED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807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326433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04CA07-6A61-6EE7-9AB7-5D1AC3E6158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326433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49006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9B651F7-7166-CE84-83FD-8A58F6870DE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49006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7769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90F1832-1857-55DA-5830-56D2E0B8407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167769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86532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9D2967-C22A-B1DF-008F-37A536CDA2A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086532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05295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B501A3-4C30-D139-31F2-53CC077019F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10005295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70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883" y="-300748"/>
            <a:ext cx="5638005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40C10-F5A2-1E40-474D-C57EC62F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39888" y="593396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135" y="1317530"/>
            <a:ext cx="5668962" cy="3758184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829" y="4983333"/>
            <a:ext cx="4702359" cy="10148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9EA5E-E423-D219-6037-CCB61AE3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53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93871"/>
            <a:ext cx="5660724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15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E626E5-51F6-0BEB-2AFE-FE78E140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6163970" y="400050"/>
            <a:ext cx="5637503" cy="4521510"/>
          </a:xfrm>
          <a:custGeom>
            <a:avLst/>
            <a:gdLst>
              <a:gd name="connsiteX0" fmla="*/ 0 w 5637503"/>
              <a:gd name="connsiteY0" fmla="*/ 0 h 4521510"/>
              <a:gd name="connsiteX1" fmla="*/ 5637503 w 5637503"/>
              <a:gd name="connsiteY1" fmla="*/ 0 h 4521510"/>
              <a:gd name="connsiteX2" fmla="*/ 5636321 w 5637503"/>
              <a:gd name="connsiteY2" fmla="*/ 2101892 h 4521510"/>
              <a:gd name="connsiteX3" fmla="*/ 5635136 w 5637503"/>
              <a:gd name="connsiteY3" fmla="*/ 4208474 h 4521510"/>
              <a:gd name="connsiteX4" fmla="*/ 2786509 w 5637503"/>
              <a:gd name="connsiteY4" fmla="*/ 4206576 h 4521510"/>
              <a:gd name="connsiteX5" fmla="*/ 2583036 w 5637503"/>
              <a:gd name="connsiteY5" fmla="*/ 4512498 h 4521510"/>
              <a:gd name="connsiteX6" fmla="*/ 0 w 5637503"/>
              <a:gd name="connsiteY6" fmla="*/ 4521510 h 452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37503" h="4521510">
                <a:moveTo>
                  <a:pt x="0" y="0"/>
                </a:moveTo>
                <a:lnTo>
                  <a:pt x="5637503" y="0"/>
                </a:lnTo>
                <a:lnTo>
                  <a:pt x="5636321" y="2101892"/>
                </a:lnTo>
                <a:cubicBezTo>
                  <a:pt x="5636518" y="2804481"/>
                  <a:pt x="5636716" y="3507070"/>
                  <a:pt x="5635136" y="4208474"/>
                </a:cubicBezTo>
                <a:lnTo>
                  <a:pt x="2786509" y="4206576"/>
                </a:lnTo>
                <a:lnTo>
                  <a:pt x="2583036" y="4512498"/>
                </a:lnTo>
                <a:lnTo>
                  <a:pt x="0" y="452151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1280160" bIns="2743200" anchor="t" anchorCtr="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05F451-C7FA-B67A-7A4E-B4953B3B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881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34788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9197" y="4470739"/>
            <a:ext cx="4704858" cy="51083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1BEFAC-D99F-7020-6110-CD8460311A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 anchor="b" anchorCtr="0">
            <a:no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FE5ED4-420E-CADB-A68A-A7D42128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FB371-D664-A7CF-D5EE-BB0684D60FED}"/>
              </a:ext>
            </a:extLst>
          </p:cNvPr>
          <p:cNvSpPr txBox="1"/>
          <p:nvPr userDrawn="1"/>
        </p:nvSpPr>
        <p:spPr>
          <a:xfrm>
            <a:off x="6034838" y="299570"/>
            <a:ext cx="7620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rgbClr val="FC5108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“</a:t>
            </a:r>
            <a:endParaRPr kumimoji="0" lang="en-US" sz="13800" b="1" u="none" strike="noStrike" kern="0" cap="none" spc="0" normalizeH="0" baseline="0" noProof="0">
              <a:ln>
                <a:noFill/>
              </a:ln>
              <a:solidFill>
                <a:srgbClr val="FC5108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  <a:p>
            <a:endParaRPr lang="en-US" sz="6000" b="1">
              <a:solidFill>
                <a:srgbClr val="FC5108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592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694" y="4463448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204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27D-46ED-F893-79F1-23481FE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457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36" y="-300748"/>
            <a:ext cx="564127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7249-98B8-FACA-4ACE-60FB5325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598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3" y="-319682"/>
            <a:ext cx="5695950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3CF2F-7A33-6AA8-EBBC-3A558D724586}"/>
              </a:ext>
            </a:extLst>
          </p:cNvPr>
          <p:cNvSpPr txBox="1"/>
          <p:nvPr userDrawn="1"/>
        </p:nvSpPr>
        <p:spPr>
          <a:xfrm>
            <a:off x="394728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l"/>
            <a:r>
              <a:rPr lang="en-US" sz="1050" b="1">
                <a:solidFill>
                  <a:schemeClr val="bg1"/>
                </a:solidFill>
              </a:rPr>
              <a:t>PwC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4593D8-AEB6-3CA5-7E3B-6BA6D55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353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284" y="3480486"/>
            <a:ext cx="4499480" cy="2458352"/>
          </a:xfrm>
        </p:spPr>
        <p:txBody>
          <a:bodyPr/>
          <a:lstStyle>
            <a:lvl1pPr>
              <a:lnSpc>
                <a:spcPct val="100000"/>
              </a:lnSpc>
              <a:defRPr sz="3200" b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0050"/>
            <a:ext cx="6614842" cy="553904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9E8A37-B7AE-34F5-AC2C-2C3307E45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725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70" y="2979420"/>
            <a:ext cx="3727450" cy="26209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500"/>
            </a:lvl1pPr>
            <a:lvl2pPr>
              <a:defRPr sz="1200"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2336"/>
            <a:ext cx="6614837" cy="5532376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066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2457451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69" y="3492183"/>
            <a:ext cx="2757805" cy="2115820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200" b="0">
                <a:latin typeface="+mj-lt"/>
              </a:defRPr>
            </a:lvl1pPr>
            <a:lvl2pPr>
              <a:defRPr sz="1200"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5F8295-3C5A-A1AE-F43F-1FA6D8B2F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88471" y="400050"/>
            <a:ext cx="8513514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6920685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293083-8587-219C-C524-D809D6A8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C9592-01FB-4A3C-B7D0-60D0B86B7CC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8135966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8750FF-80B0-EEE6-F89F-A76248A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2470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9B2012-7A09-E6A5-2473-4DB6823B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4688683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7670" y="3492183"/>
            <a:ext cx="3719830" cy="2446655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24941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678072-A6EC-A7CF-E412-0D3F27A1A0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127838" y="1446213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81643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2FE28B-1451-7A6D-A415-8DE9235897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7838" y="2979420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D78EAE-A704-D3CE-D6AA-6E6E52DCA21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27838" y="4519931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56C71D-1695-AE64-7C05-4DD0750A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5348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5126B4-5061-ACE1-29DB-F4E4B930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40408-8D82-6FAB-8574-86AD0978A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5850" y="3500447"/>
            <a:ext cx="5635625" cy="2438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7741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8350" y="400050"/>
            <a:ext cx="4683125" cy="2970213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8C705A-7501-8BB2-360F-85F75D8C5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37638" y="3484563"/>
            <a:ext cx="2757487" cy="193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539548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400050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6051" y="400050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6051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1732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ACEF0AF-E2A8-B95F-9038-793C9FF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7643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7643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8759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8759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454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5B5614F-1512-8F64-6245-6374F384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5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8624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8624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9800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9800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B3672-1BF6-5E8D-DC7D-048381D269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50976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50DA203-9211-4FDA-05C5-46A21042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99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25" y="3495320"/>
            <a:ext cx="3719076" cy="2451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61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1484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88643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802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165805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2961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50247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150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1484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1502B-FAB9-8313-90B7-D7C06363AE1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28864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6924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F40A1F-2110-372D-0359-94789B6D9CD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49151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6924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AFF494-77C5-F797-6FAA-D4D42743AB5D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04408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299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98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88FCD4-650D-9754-A431-CE452572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642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3658" y="1946275"/>
            <a:ext cx="6629400" cy="1482725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legal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49554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428750"/>
            <a:ext cx="8520907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432" y="3490335"/>
            <a:ext cx="8520908" cy="1422978"/>
          </a:xfr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961864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957425"/>
            <a:ext cx="5229304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7914" y="1957425"/>
            <a:ext cx="4681536" cy="2441538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563232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582" y="400050"/>
            <a:ext cx="11387893" cy="3484563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582" y="4410115"/>
            <a:ext cx="5630031" cy="1541462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0114"/>
            <a:ext cx="4681536" cy="1541463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4225202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7"/>
            <a:ext cx="6606383" cy="9152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9482935" cy="3992562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6A229-FEBB-D152-453C-CB7311E22927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680461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5" y="2112889"/>
            <a:ext cx="2507891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7668" y="2742796"/>
            <a:ext cx="4034790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2A7918B-DE5F-6A73-C501-5C68674FC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48043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7B4760-565A-7004-A839-C40CB910D57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69827" y="2112889"/>
            <a:ext cx="2507891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F931C81-0567-AE16-286A-39C10E955C4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2880" y="2742796"/>
            <a:ext cx="4034790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3308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6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7668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2A7918B-DE5F-6A73-C501-5C68674FC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93438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7B4760-565A-7004-A839-C40CB910D57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15223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F931C81-0567-AE16-286A-39C10E955C4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88275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85E1AED9-7348-C0D6-6C7B-0638EC7DD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92194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4A09979-2FEA-E14B-C57D-0410A93B78E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13979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5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E6FD5DD-6E47-858A-7DDA-58896BDEF30A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787031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01429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box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6" y="1507106"/>
            <a:ext cx="2414724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624615" y="2036039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A527522C-9479-A5BB-F7DF-21C37A5DD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97667" y="3853219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BCDF69-AF9E-5E53-483E-5696F0A8F47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619452" y="3840107"/>
            <a:ext cx="2015230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4B9978-6CEB-1E68-B830-BF5CAA37FFC2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619451" y="4369040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D6A840D3-8BBB-BFD2-CE4A-39493B894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52854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F0A53D8-8D22-04B5-947F-DB36EDA52A50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7174639" y="1507106"/>
            <a:ext cx="2414724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12851B0-C3A3-C32F-EB4D-89500E517F5F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174638" y="2036039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FA3CD4F3-14E7-2E0D-6548-DD18C8AEB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7690" y="3853219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DB33C2C-770E-08AD-B471-2D8A7E02258C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7169475" y="3840107"/>
            <a:ext cx="2015230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E17395C-D2EB-4798-56BF-71EB39D795DA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7169474" y="4369040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07123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1638" y="194844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41048" y="194844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4844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13263"/>
            <a:ext cx="1285875" cy="1425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27613"/>
            <a:ext cx="2230437" cy="915987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0A3FD0-79FF-A98F-5AEB-3E48BB5C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014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Only">
  <p:cSld name="1_Cover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0"/>
          <p:cNvSpPr txBox="1">
            <a:spLocks noGrp="1"/>
          </p:cNvSpPr>
          <p:nvPr>
            <p:ph type="sldNum" idx="12"/>
          </p:nvPr>
        </p:nvSpPr>
        <p:spPr>
          <a:xfrm>
            <a:off x="9595104" y="6477000"/>
            <a:ext cx="203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3" name="Google Shape;33;p160"/>
          <p:cNvSpPr txBox="1"/>
          <p:nvPr/>
        </p:nvSpPr>
        <p:spPr>
          <a:xfrm>
            <a:off x="573024" y="6477001"/>
            <a:ext cx="3454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PwC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60"/>
          <p:cNvSpPr txBox="1">
            <a:spLocks noGrp="1"/>
          </p:cNvSpPr>
          <p:nvPr>
            <p:ph type="title"/>
          </p:nvPr>
        </p:nvSpPr>
        <p:spPr>
          <a:xfrm>
            <a:off x="573024" y="683096"/>
            <a:ext cx="110580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Georgia"/>
              <a:buNone/>
              <a:defRPr sz="2400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60"/>
          <p:cNvSpPr txBox="1"/>
          <p:nvPr/>
        </p:nvSpPr>
        <p:spPr>
          <a:xfrm>
            <a:off x="5601400" y="6477000"/>
            <a:ext cx="989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922343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Content - Subtitle 1">
  <p:cSld name="One Column Content - Subtitle 1"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A793AA5-ECEB-19BC-1152-94E1FC7F64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8153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793AA5-ECEB-19BC-1152-94E1FC7F64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7" name="Google Shape;967;p86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968" name="Google Shape;968;p86"/>
          <p:cNvSpPr txBox="1">
            <a:spLocks noGrp="1"/>
          </p:cNvSpPr>
          <p:nvPr>
            <p:ph type="sldNum" idx="12"/>
          </p:nvPr>
        </p:nvSpPr>
        <p:spPr>
          <a:xfrm>
            <a:off x="10869285" y="6391811"/>
            <a:ext cx="70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556401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1_Title and Content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83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48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9" name="Google Shape;539;p483"/>
          <p:cNvSpPr txBox="1">
            <a:spLocks noGrp="1"/>
          </p:cNvSpPr>
          <p:nvPr>
            <p:ph type="sldNum" idx="12"/>
          </p:nvPr>
        </p:nvSpPr>
        <p:spPr>
          <a:xfrm>
            <a:off x="10869285" y="6391811"/>
            <a:ext cx="70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229412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 1">
  <p:cSld name="Four Content 1"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a35d086b18_4_1042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5" name="Google Shape;905;g2a35d086b18_4_1042"/>
          <p:cNvSpPr txBox="1">
            <a:spLocks noGrp="1"/>
          </p:cNvSpPr>
          <p:nvPr>
            <p:ph type="body" idx="2"/>
          </p:nvPr>
        </p:nvSpPr>
        <p:spPr>
          <a:xfrm>
            <a:off x="336061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g2a35d086b18_4_1042"/>
          <p:cNvSpPr txBox="1">
            <a:spLocks noGrp="1"/>
          </p:cNvSpPr>
          <p:nvPr>
            <p:ph type="body" idx="3"/>
          </p:nvPr>
        </p:nvSpPr>
        <p:spPr>
          <a:xfrm>
            <a:off x="6275388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7" name="Google Shape;907;g2a35d086b18_4_1042"/>
          <p:cNvSpPr txBox="1">
            <a:spLocks noGrp="1"/>
          </p:cNvSpPr>
          <p:nvPr>
            <p:ph type="body" idx="4"/>
          </p:nvPr>
        </p:nvSpPr>
        <p:spPr>
          <a:xfrm>
            <a:off x="919016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8" name="Google Shape;908;g2a35d086b18_4_1042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909" name="Google Shape;909;g2a35d086b18_4_1042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62359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">
  <p:cSld name="Title and Content 2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a35d086b18_4_1049"/>
          <p:cNvSpPr txBox="1">
            <a:spLocks noGrp="1"/>
          </p:cNvSpPr>
          <p:nvPr>
            <p:ph type="title"/>
          </p:nvPr>
        </p:nvSpPr>
        <p:spPr>
          <a:xfrm>
            <a:off x="3164649" y="2952759"/>
            <a:ext cx="73689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000" b="0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g2a35d086b18_4_1049"/>
          <p:cNvSpPr txBox="1">
            <a:spLocks noGrp="1"/>
          </p:cNvSpPr>
          <p:nvPr>
            <p:ph type="body" idx="1"/>
          </p:nvPr>
        </p:nvSpPr>
        <p:spPr>
          <a:xfrm>
            <a:off x="610112" y="1577340"/>
            <a:ext cx="109821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marL="91440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2pPr>
            <a:lvl3pPr marL="137160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3pPr>
            <a:lvl4pPr marL="182880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4pPr>
            <a:lvl5pPr marL="228600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5pPr>
            <a:lvl6pPr marL="274320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6pPr>
            <a:lvl7pPr marL="320040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7pPr>
            <a:lvl8pPr marL="365760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8pPr>
            <a:lvl9pPr marL="411480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600"/>
              <a:buNone/>
              <a:defRPr sz="1900"/>
            </a:lvl9pPr>
          </a:lstStyle>
          <a:p>
            <a:endParaRPr/>
          </a:p>
        </p:txBody>
      </p:sp>
      <p:sp>
        <p:nvSpPr>
          <p:cNvPr id="913" name="Google Shape;913;g2a35d086b18_4_1049"/>
          <p:cNvSpPr txBox="1"/>
          <p:nvPr/>
        </p:nvSpPr>
        <p:spPr>
          <a:xfrm>
            <a:off x="11228151" y="6453612"/>
            <a:ext cx="5385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GB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627737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Yellow">
  <p:cSld name="5. title subtitle Dark Yellow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feb94fefd_2_2171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2efeb94fefd_2_2171"/>
          <p:cNvSpPr txBox="1">
            <a:spLocks noGrp="1"/>
          </p:cNvSpPr>
          <p:nvPr>
            <p:ph type="subTitle" idx="1"/>
          </p:nvPr>
        </p:nvSpPr>
        <p:spPr>
          <a:xfrm>
            <a:off x="442911" y="840841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118" name="Google Shape;118;g2efeb94fefd_2_2171"/>
          <p:cNvSpPr txBox="1">
            <a:spLocks noGrp="1"/>
          </p:cNvSpPr>
          <p:nvPr>
            <p:ph type="title"/>
          </p:nvPr>
        </p:nvSpPr>
        <p:spPr>
          <a:xfrm>
            <a:off x="442936" y="440767"/>
            <a:ext cx="11302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055853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Orange (2 lines Title)">
  <p:cSld name="5. title subtitle Dark Orange (2 lines Title)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206ca25f58_0_62"/>
          <p:cNvSpPr txBox="1">
            <a:spLocks noGrp="1"/>
          </p:cNvSpPr>
          <p:nvPr>
            <p:ph type="subTitle" idx="1"/>
          </p:nvPr>
        </p:nvSpPr>
        <p:spPr>
          <a:xfrm>
            <a:off x="442711" y="1216192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203" name="Google Shape;203;g2206ca25f58_0_62"/>
          <p:cNvSpPr txBox="1">
            <a:spLocks noGrp="1"/>
          </p:cNvSpPr>
          <p:nvPr>
            <p:ph type="title"/>
          </p:nvPr>
        </p:nvSpPr>
        <p:spPr>
          <a:xfrm>
            <a:off x="442936" y="440767"/>
            <a:ext cx="11302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g2206ca25f58_0_62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555634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Yellow (2 lines Title)">
  <p:cSld name="5. title subtitle Dark Yellow (2 lines Title)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206ca25f58_0_78"/>
          <p:cNvSpPr txBox="1">
            <a:spLocks noGrp="1"/>
          </p:cNvSpPr>
          <p:nvPr>
            <p:ph type="subTitle" idx="1"/>
          </p:nvPr>
        </p:nvSpPr>
        <p:spPr>
          <a:xfrm>
            <a:off x="442711" y="1216192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220" name="Google Shape;220;g2206ca25f58_0_78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2206ca25f58_0_78"/>
          <p:cNvSpPr txBox="1">
            <a:spLocks noGrp="1"/>
          </p:cNvSpPr>
          <p:nvPr>
            <p:ph type="title"/>
          </p:nvPr>
        </p:nvSpPr>
        <p:spPr>
          <a:xfrm>
            <a:off x="442700" y="429700"/>
            <a:ext cx="11302400" cy="7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199353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54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2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632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714906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94872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69617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67866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69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827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29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9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3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19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74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39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7"/>
            <a:ext cx="11399691" cy="45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638" y="885381"/>
            <a:ext cx="11399837" cy="6858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0662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theme" Target="../theme/theme1.xml"/><Relationship Id="rId83" Type="http://schemas.openxmlformats.org/officeDocument/2006/relationships/tags" Target="../tags/tag2.xml"/><Relationship Id="rId84" Type="http://schemas.openxmlformats.org/officeDocument/2006/relationships/oleObject" Target="../embeddings/oleObject1.bin"/><Relationship Id="rId8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<Relationship Id="rId16" Type="http://schemas.openxmlformats.org/officeDocument/2006/relationships/slideLayout" Target="../slideLayouts/slideLayout97.xml"/><Relationship Id="rId17" Type="http://schemas.openxmlformats.org/officeDocument/2006/relationships/theme" Target="../theme/theme2.xml"/><Relationship Id="rId18" Type="http://schemas.openxmlformats.org/officeDocument/2006/relationships/tags" Target="../tags/tag4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496554E-1502-F983-EA29-99A74C9266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3"/>
            </p:custDataLst>
            <p:extLst>
              <p:ext uri="{D42A27DB-BD31-4B8C-83A1-F6EECF244321}">
                <p14:modId xmlns:p14="http://schemas.microsoft.com/office/powerpoint/2010/main" val="1521791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4" imgW="395" imgH="396" progId="TCLayout.ActiveDocument.1">
                  <p:embed/>
                </p:oleObj>
              </mc:Choice>
              <mc:Fallback>
                <p:oleObj name="think-cell Slide" r:id="rId84" imgW="395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96554E-1502-F983-EA29-99A74C9266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081463-6E8A-DBB2-BF8F-7EBE4B6B4617}"/>
              </a:ext>
            </a:extLst>
          </p:cNvPr>
          <p:cNvSpPr/>
          <p:nvPr userDrawn="1"/>
        </p:nvSpPr>
        <p:spPr>
          <a:xfrm>
            <a:off x="-519757" y="227765"/>
            <a:ext cx="360000" cy="3600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US" sz="800">
              <a:solidFill>
                <a:schemeClr val="tx1"/>
              </a:solidFill>
            </a:endParaRPr>
          </a:p>
          <a:p>
            <a:pPr algn="ctr"/>
            <a:r>
              <a:rPr lang="en-US" sz="800"/>
              <a:t>A&gt;18pt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217D7B-E4E8-D2A3-61DA-03209B7A1E7D}"/>
              </a:ext>
            </a:extLst>
          </p:cNvPr>
          <p:cNvSpPr/>
          <p:nvPr userDrawn="1"/>
        </p:nvSpPr>
        <p:spPr>
          <a:xfrm>
            <a:off x="-508169" y="2396065"/>
            <a:ext cx="360000" cy="360000"/>
          </a:xfrm>
          <a:prstGeom prst="rect">
            <a:avLst/>
          </a:prstGeom>
          <a:solidFill>
            <a:srgbClr val="FE7C39"/>
          </a:solidFill>
          <a:ln>
            <a:solidFill>
              <a:srgbClr val="FE7C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/>
              <a:t>abc</a:t>
            </a:r>
            <a:endParaRPr lang="en-GB" sz="1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58D258-E2BC-2FCC-A725-B36C10CE8302}"/>
              </a:ext>
            </a:extLst>
          </p:cNvPr>
          <p:cNvSpPr/>
          <p:nvPr userDrawn="1"/>
        </p:nvSpPr>
        <p:spPr>
          <a:xfrm>
            <a:off x="-508169" y="2856529"/>
            <a:ext cx="360000" cy="360000"/>
          </a:xfrm>
          <a:prstGeom prst="rect">
            <a:avLst/>
          </a:prstGeom>
          <a:solidFill>
            <a:srgbClr val="FFAA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BB600C9-43B9-608E-6A2A-4C42F714BA57}"/>
              </a:ext>
            </a:extLst>
          </p:cNvPr>
          <p:cNvSpPr/>
          <p:nvPr userDrawn="1"/>
        </p:nvSpPr>
        <p:spPr>
          <a:xfrm>
            <a:off x="-508169" y="3316993"/>
            <a:ext cx="360000" cy="360000"/>
          </a:xfrm>
          <a:prstGeom prst="rect">
            <a:avLst/>
          </a:prstGeom>
          <a:solidFill>
            <a:srgbClr val="FFCD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E2F10C-D3EC-781C-7298-9C186774C838}"/>
              </a:ext>
            </a:extLst>
          </p:cNvPr>
          <p:cNvSpPr/>
          <p:nvPr userDrawn="1"/>
        </p:nvSpPr>
        <p:spPr>
          <a:xfrm>
            <a:off x="-508169" y="3777457"/>
            <a:ext cx="360000" cy="360000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56D1183-77AC-1453-18E3-E5396DFB07EA}"/>
              </a:ext>
            </a:extLst>
          </p:cNvPr>
          <p:cNvSpPr/>
          <p:nvPr userDrawn="1"/>
        </p:nvSpPr>
        <p:spPr>
          <a:xfrm>
            <a:off x="-508169" y="4237921"/>
            <a:ext cx="360000" cy="360000"/>
          </a:xfrm>
          <a:prstGeom prst="rect">
            <a:avLst/>
          </a:prstGeom>
          <a:solidFill>
            <a:srgbClr val="A1A8B3"/>
          </a:solidFill>
          <a:ln>
            <a:solidFill>
              <a:srgbClr val="A1A8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B74CF2-CF5B-7105-71F4-1A73A8B2C23F}"/>
              </a:ext>
            </a:extLst>
          </p:cNvPr>
          <p:cNvSpPr/>
          <p:nvPr userDrawn="1"/>
        </p:nvSpPr>
        <p:spPr>
          <a:xfrm>
            <a:off x="-508169" y="4698385"/>
            <a:ext cx="360000" cy="360000"/>
          </a:xfrm>
          <a:prstGeom prst="rect">
            <a:avLst/>
          </a:prstGeom>
          <a:solidFill>
            <a:srgbClr val="B5BC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4629C5-0378-EB8B-C76E-6865ACE65FED}"/>
              </a:ext>
            </a:extLst>
          </p:cNvPr>
          <p:cNvSpPr/>
          <p:nvPr userDrawn="1"/>
        </p:nvSpPr>
        <p:spPr>
          <a:xfrm>
            <a:off x="-508169" y="5158849"/>
            <a:ext cx="360000" cy="36000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6FA166-01D7-0CCD-0F7B-67662A2118C9}"/>
              </a:ext>
            </a:extLst>
          </p:cNvPr>
          <p:cNvSpPr/>
          <p:nvPr userDrawn="1"/>
        </p:nvSpPr>
        <p:spPr>
          <a:xfrm>
            <a:off x="-508169" y="5619313"/>
            <a:ext cx="360000" cy="360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12C43F-9AC1-BD82-A624-C05775D41AD9}"/>
              </a:ext>
            </a:extLst>
          </p:cNvPr>
          <p:cNvSpPr/>
          <p:nvPr userDrawn="1"/>
        </p:nvSpPr>
        <p:spPr>
          <a:xfrm>
            <a:off x="-508169" y="6079777"/>
            <a:ext cx="360000" cy="36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35CE7D-CF4D-BB4B-C76C-FECFC306DC3B}"/>
              </a:ext>
            </a:extLst>
          </p:cNvPr>
          <p:cNvSpPr txBox="1"/>
          <p:nvPr userDrawn="1"/>
        </p:nvSpPr>
        <p:spPr>
          <a:xfrm rot="16200000">
            <a:off x="-1697125" y="4018056"/>
            <a:ext cx="2245935" cy="28288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900" b="1" i="0">
                <a:solidFill>
                  <a:srgbClr val="4A4A4A"/>
                </a:solidFill>
                <a:effectLst/>
                <a:latin typeface="+mn-lt"/>
              </a:rPr>
              <a:t>Data visualizations only </a:t>
            </a:r>
            <a:endParaRPr lang="en-GB" sz="900" b="1">
              <a:latin typeface="+mn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4F8F0-77EC-91B7-777F-ECC25507B4D4}"/>
              </a:ext>
            </a:extLst>
          </p:cNvPr>
          <p:cNvSpPr/>
          <p:nvPr userDrawn="1"/>
        </p:nvSpPr>
        <p:spPr>
          <a:xfrm>
            <a:off x="-519659" y="688229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bg1"/>
                </a:solidFill>
              </a:rPr>
              <a:t>abc</a:t>
            </a: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186A711-45F3-4A03-0B28-E0E11173DC97}"/>
              </a:ext>
            </a:extLst>
          </p:cNvPr>
          <p:cNvSpPr/>
          <p:nvPr userDrawn="1"/>
        </p:nvSpPr>
        <p:spPr>
          <a:xfrm>
            <a:off x="-519757" y="1155255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597E87-83F0-D292-A44A-EE073613786A}"/>
              </a:ext>
            </a:extLst>
          </p:cNvPr>
          <p:cNvSpPr/>
          <p:nvPr userDrawn="1"/>
        </p:nvSpPr>
        <p:spPr>
          <a:xfrm>
            <a:off x="-570227" y="2331142"/>
            <a:ext cx="485386" cy="4201635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05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683" r:id="rId3"/>
    <p:sldLayoutId id="2147483743" r:id="rId4"/>
    <p:sldLayoutId id="2147483744" r:id="rId5"/>
    <p:sldLayoutId id="2147483745" r:id="rId6"/>
    <p:sldLayoutId id="2147483746" r:id="rId7"/>
    <p:sldLayoutId id="2147483651" r:id="rId8"/>
    <p:sldLayoutId id="2147483659" r:id="rId9"/>
    <p:sldLayoutId id="2147483660" r:id="rId10"/>
    <p:sldLayoutId id="2147483733" r:id="rId11"/>
    <p:sldLayoutId id="2147483738" r:id="rId12"/>
    <p:sldLayoutId id="2147483739" r:id="rId13"/>
    <p:sldLayoutId id="2147483741" r:id="rId14"/>
    <p:sldLayoutId id="2147483740" r:id="rId15"/>
    <p:sldLayoutId id="2147483696" r:id="rId16"/>
    <p:sldLayoutId id="2147483697" r:id="rId17"/>
    <p:sldLayoutId id="2147483723" r:id="rId18"/>
    <p:sldLayoutId id="2147483724" r:id="rId19"/>
    <p:sldLayoutId id="2147483702" r:id="rId20"/>
    <p:sldLayoutId id="2147483684" r:id="rId21"/>
    <p:sldLayoutId id="2147483703" r:id="rId22"/>
    <p:sldLayoutId id="2147483704" r:id="rId23"/>
    <p:sldLayoutId id="2147483705" r:id="rId24"/>
    <p:sldLayoutId id="2147483685" r:id="rId25"/>
    <p:sldLayoutId id="2147483706" r:id="rId26"/>
    <p:sldLayoutId id="2147483719" r:id="rId27"/>
    <p:sldLayoutId id="2147483717" r:id="rId28"/>
    <p:sldLayoutId id="2147483718" r:id="rId29"/>
    <p:sldLayoutId id="2147483707" r:id="rId30"/>
    <p:sldLayoutId id="2147483708" r:id="rId31"/>
    <p:sldLayoutId id="2147483709" r:id="rId32"/>
    <p:sldLayoutId id="2147483686" r:id="rId33"/>
    <p:sldLayoutId id="2147483722" r:id="rId34"/>
    <p:sldLayoutId id="2147483721" r:id="rId35"/>
    <p:sldLayoutId id="2147483714" r:id="rId36"/>
    <p:sldLayoutId id="2147483710" r:id="rId37"/>
    <p:sldLayoutId id="2147483711" r:id="rId38"/>
    <p:sldLayoutId id="2147483687" r:id="rId39"/>
    <p:sldLayoutId id="2147483713" r:id="rId40"/>
    <p:sldLayoutId id="2147483662" r:id="rId41"/>
    <p:sldLayoutId id="2147483699" r:id="rId42"/>
    <p:sldLayoutId id="2147483663" r:id="rId43"/>
    <p:sldLayoutId id="2147483689" r:id="rId44"/>
    <p:sldLayoutId id="2147483664" r:id="rId45"/>
    <p:sldLayoutId id="2147483690" r:id="rId46"/>
    <p:sldLayoutId id="2147483691" r:id="rId47"/>
    <p:sldLayoutId id="2147483692" r:id="rId48"/>
    <p:sldLayoutId id="2147483671" r:id="rId49"/>
    <p:sldLayoutId id="2147483700" r:id="rId50"/>
    <p:sldLayoutId id="2147483701" r:id="rId51"/>
    <p:sldLayoutId id="2147483693" r:id="rId52"/>
    <p:sldLayoutId id="2147483694" r:id="rId53"/>
    <p:sldLayoutId id="2147483673" r:id="rId54"/>
    <p:sldLayoutId id="2147483676" r:id="rId55"/>
    <p:sldLayoutId id="2147483715" r:id="rId56"/>
    <p:sldLayoutId id="2147483716" r:id="rId57"/>
    <p:sldLayoutId id="2147483678" r:id="rId58"/>
    <p:sldLayoutId id="2147483679" r:id="rId59"/>
    <p:sldLayoutId id="2147483680" r:id="rId60"/>
    <p:sldLayoutId id="2147483666" r:id="rId61"/>
    <p:sldLayoutId id="2147483720" r:id="rId62"/>
    <p:sldLayoutId id="2147483654" r:id="rId63"/>
    <p:sldLayoutId id="2147483655" r:id="rId64"/>
    <p:sldLayoutId id="2147483681" r:id="rId65"/>
    <p:sldLayoutId id="2147483725" r:id="rId66"/>
    <p:sldLayoutId id="2147483726" r:id="rId67"/>
    <p:sldLayoutId id="2147483727" r:id="rId68"/>
    <p:sldLayoutId id="2147483742" r:id="rId69"/>
    <p:sldLayoutId id="2147484040" r:id="rId70"/>
    <p:sldLayoutId id="2147484038" r:id="rId71"/>
    <p:sldLayoutId id="2147484039" r:id="rId72"/>
    <p:sldLayoutId id="2147484035" r:id="rId73"/>
    <p:sldLayoutId id="2147484036" r:id="rId74"/>
    <p:sldLayoutId id="2147484288" r:id="rId75"/>
    <p:sldLayoutId id="2147484333" r:id="rId76"/>
    <p:sldLayoutId id="2147484562" r:id="rId77"/>
    <p:sldLayoutId id="2147484563" r:id="rId78"/>
    <p:sldLayoutId id="2147484564" r:id="rId79"/>
    <p:sldLayoutId id="2147484641" r:id="rId80"/>
    <p:sldLayoutId id="2147484740" r:id="rId8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 userDrawn="1">
          <p15:clr>
            <a:srgbClr val="F26B43"/>
          </p15:clr>
        </p15:guide>
        <p15:guide id="3" pos="252" userDrawn="1">
          <p15:clr>
            <a:srgbClr val="F26B43"/>
          </p15:clr>
        </p15:guide>
        <p15:guide id="4" pos="7434" userDrawn="1">
          <p15:clr>
            <a:srgbClr val="F26B43"/>
          </p15:clr>
        </p15:guide>
        <p15:guide id="11" orient="horz" pos="4065" userDrawn="1">
          <p15:clr>
            <a:srgbClr val="F26B43"/>
          </p15:clr>
        </p15:guide>
        <p15:guide id="12" pos="786" userDrawn="1">
          <p15:clr>
            <a:srgbClr val="F26B43"/>
          </p15:clr>
        </p15:guide>
        <p15:guide id="13" pos="858" userDrawn="1">
          <p15:clr>
            <a:srgbClr val="F26B43"/>
          </p15:clr>
        </p15:guide>
        <p15:guide id="14" pos="1391" userDrawn="1">
          <p15:clr>
            <a:srgbClr val="F26B43"/>
          </p15:clr>
        </p15:guide>
        <p15:guide id="15" pos="1461" userDrawn="1">
          <p15:clr>
            <a:srgbClr val="F26B43"/>
          </p15:clr>
        </p15:guide>
        <p15:guide id="16" pos="1994" userDrawn="1">
          <p15:clr>
            <a:srgbClr val="F26B43"/>
          </p15:clr>
        </p15:guide>
        <p15:guide id="17" pos="2067" userDrawn="1">
          <p15:clr>
            <a:srgbClr val="F26B43"/>
          </p15:clr>
        </p15:guide>
        <p15:guide id="18" pos="2600" userDrawn="1">
          <p15:clr>
            <a:srgbClr val="F26B43"/>
          </p15:clr>
        </p15:guide>
        <p15:guide id="19" pos="2670" userDrawn="1">
          <p15:clr>
            <a:srgbClr val="F26B43"/>
          </p15:clr>
        </p15:guide>
        <p15:guide id="20" pos="3204" userDrawn="1">
          <p15:clr>
            <a:srgbClr val="F26B43"/>
          </p15:clr>
        </p15:guide>
        <p15:guide id="21" pos="3275" userDrawn="1">
          <p15:clr>
            <a:srgbClr val="F26B43"/>
          </p15:clr>
        </p15:guide>
        <p15:guide id="22" pos="3807" userDrawn="1">
          <p15:clr>
            <a:srgbClr val="F26B43"/>
          </p15:clr>
        </p15:guide>
        <p15:guide id="23" pos="3879" userDrawn="1">
          <p15:clr>
            <a:srgbClr val="F26B43"/>
          </p15:clr>
        </p15:guide>
        <p15:guide id="24" pos="4412" userDrawn="1">
          <p15:clr>
            <a:srgbClr val="F26B43"/>
          </p15:clr>
        </p15:guide>
        <p15:guide id="25" pos="5016" userDrawn="1">
          <p15:clr>
            <a:srgbClr val="F26B43"/>
          </p15:clr>
        </p15:guide>
        <p15:guide id="26" pos="4484" userDrawn="1">
          <p15:clr>
            <a:srgbClr val="F26B43"/>
          </p15:clr>
        </p15:guide>
        <p15:guide id="27" pos="5088" userDrawn="1">
          <p15:clr>
            <a:srgbClr val="F26B43"/>
          </p15:clr>
        </p15:guide>
        <p15:guide id="28" pos="5621" userDrawn="1">
          <p15:clr>
            <a:srgbClr val="F26B43"/>
          </p15:clr>
        </p15:guide>
        <p15:guide id="29" pos="5693" userDrawn="1">
          <p15:clr>
            <a:srgbClr val="F26B43"/>
          </p15:clr>
        </p15:guide>
        <p15:guide id="30" pos="6224" userDrawn="1">
          <p15:clr>
            <a:srgbClr val="F26B43"/>
          </p15:clr>
        </p15:guide>
        <p15:guide id="31" pos="6297" userDrawn="1">
          <p15:clr>
            <a:srgbClr val="F26B43"/>
          </p15:clr>
        </p15:guide>
        <p15:guide id="32" pos="6828" userDrawn="1">
          <p15:clr>
            <a:srgbClr val="F26B43"/>
          </p15:clr>
        </p15:guide>
        <p15:guide id="33" pos="6900" userDrawn="1">
          <p15:clr>
            <a:srgbClr val="F26B43"/>
          </p15:clr>
        </p15:guide>
        <p15:guide id="34" orient="horz" pos="506" userDrawn="1">
          <p15:clr>
            <a:srgbClr val="F26B43"/>
          </p15:clr>
        </p15:guide>
        <p15:guide id="35" orient="horz" pos="578" userDrawn="1">
          <p15:clr>
            <a:srgbClr val="F26B43"/>
          </p15:clr>
        </p15:guide>
        <p15:guide id="36" orient="horz" pos="830" userDrawn="1">
          <p15:clr>
            <a:srgbClr val="F26B43"/>
          </p15:clr>
        </p15:guide>
        <p15:guide id="37" orient="horz" pos="900" userDrawn="1">
          <p15:clr>
            <a:srgbClr val="F26B43"/>
          </p15:clr>
        </p15:guide>
        <p15:guide id="38" orient="horz" pos="1152" userDrawn="1">
          <p15:clr>
            <a:srgbClr val="F26B43"/>
          </p15:clr>
        </p15:guide>
        <p15:guide id="39" orient="horz" pos="1226" userDrawn="1">
          <p15:clr>
            <a:srgbClr val="F26B43"/>
          </p15:clr>
        </p15:guide>
        <p15:guide id="40" orient="horz" pos="1476" userDrawn="1">
          <p15:clr>
            <a:srgbClr val="F26B43"/>
          </p15:clr>
        </p15:guide>
        <p15:guide id="41" orient="horz" pos="1800" userDrawn="1">
          <p15:clr>
            <a:srgbClr val="F26B43"/>
          </p15:clr>
        </p15:guide>
        <p15:guide id="42" orient="horz" pos="1872" userDrawn="1">
          <p15:clr>
            <a:srgbClr val="F26B43"/>
          </p15:clr>
        </p15:guide>
        <p15:guide id="43" orient="horz" pos="2123" userDrawn="1">
          <p15:clr>
            <a:srgbClr val="F26B43"/>
          </p15:clr>
        </p15:guide>
        <p15:guide id="44" orient="horz" pos="2195" userDrawn="1">
          <p15:clr>
            <a:srgbClr val="F26B43"/>
          </p15:clr>
        </p15:guide>
        <p15:guide id="45" orient="horz" pos="2447" userDrawn="1">
          <p15:clr>
            <a:srgbClr val="F26B43"/>
          </p15:clr>
        </p15:guide>
        <p15:guide id="46" orient="horz" pos="2519" userDrawn="1">
          <p15:clr>
            <a:srgbClr val="F26B43"/>
          </p15:clr>
        </p15:guide>
        <p15:guide id="47" orient="horz" pos="2771" userDrawn="1">
          <p15:clr>
            <a:srgbClr val="F26B43"/>
          </p15:clr>
        </p15:guide>
        <p15:guide id="48" orient="horz" pos="2843" userDrawn="1">
          <p15:clr>
            <a:srgbClr val="F26B43"/>
          </p15:clr>
        </p15:guide>
        <p15:guide id="49" orient="horz" pos="3095" userDrawn="1">
          <p15:clr>
            <a:srgbClr val="F26B43"/>
          </p15:clr>
        </p15:guide>
        <p15:guide id="50" orient="horz" pos="3167" userDrawn="1">
          <p15:clr>
            <a:srgbClr val="F26B43"/>
          </p15:clr>
        </p15:guide>
        <p15:guide id="51" orient="horz" pos="3417" userDrawn="1">
          <p15:clr>
            <a:srgbClr val="F26B43"/>
          </p15:clr>
        </p15:guide>
        <p15:guide id="52" orient="horz" pos="3489" userDrawn="1">
          <p15:clr>
            <a:srgbClr val="F26B43"/>
          </p15:clr>
        </p15:guide>
        <p15:guide id="53" orient="horz" pos="3741" userDrawn="1">
          <p15:clr>
            <a:srgbClr val="F26B43"/>
          </p15:clr>
        </p15:guide>
        <p15:guide id="54" orient="horz" pos="3813" userDrawn="1">
          <p15:clr>
            <a:srgbClr val="F26B43"/>
          </p15:clr>
        </p15:guide>
        <p15:guide id="55" orient="horz" pos="154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8DDD894-604F-04AB-869E-161064A199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9888845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7772400" imgH="10058400" progId="TCLayout.ActiveDocument.1">
                  <p:embed/>
                </p:oleObj>
              </mc:Choice>
              <mc:Fallback>
                <p:oleObj name="think-cell Slide" r:id="rId19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DDD894-604F-04AB-869E-161064A199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2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5" r:id="rId1"/>
    <p:sldLayoutId id="2147484336" r:id="rId2"/>
    <p:sldLayoutId id="2147484337" r:id="rId3"/>
    <p:sldLayoutId id="2147484338" r:id="rId4"/>
    <p:sldLayoutId id="2147484339" r:id="rId5"/>
    <p:sldLayoutId id="2147484340" r:id="rId6"/>
    <p:sldLayoutId id="2147484341" r:id="rId7"/>
    <p:sldLayoutId id="2147484342" r:id="rId8"/>
    <p:sldLayoutId id="2147484343" r:id="rId9"/>
    <p:sldLayoutId id="2147484344" r:id="rId10"/>
    <p:sldLayoutId id="2147484345" r:id="rId11"/>
    <p:sldLayoutId id="2147484346" r:id="rId12"/>
    <p:sldLayoutId id="2147484347" r:id="rId13"/>
    <p:sldLayoutId id="2147484348" r:id="rId14"/>
    <p:sldLayoutId id="2147484349" r:id="rId15"/>
    <p:sldLayoutId id="214748435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Η Επανάσταση της Τεχνητής Νοημοσύνης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Πώς τα LLMs αλλάζουν τον κόσμο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Τι είναι τα Μεγάλα Γλωσσικά Μοντέλα;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Εκπαιδεύονται σε τεράστιο όγκο δεδομένων.</a:t>
            </a:r>
          </a:p>
          <a:p>
            <a:r>
              <a:t>• Κατανοούν και παράγουν φυσική γλώσσα.</a:t>
            </a:r>
          </a:p>
          <a:p>
            <a:r>
              <a:t>• Μπορούν να γράψουν κώδικα και ποιήματα!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Οφέλη για τις Επιχειρήσεις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Μείωση κόστους και αύξηση παραγωγικότητας.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Steve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"Η καινοτομία ξεχωρίζει τον ηγέτη από τον ακόλουθο."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264,4,Understanding your need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2.xml><?xml version="1.0" encoding="utf-8"?>
<a:theme xmlns:a="http://schemas.openxmlformats.org/drawingml/2006/main" name="4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4CEFDDFA-E6F6-E148-85E7-7FD761DA9A39}" vid="{4235F95A-BDD2-F14F-A7C1-37149C6A0C9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02454D1-E47C-8143-BD11-D1CE754A9956}">
  <we:reference id="2cb3dfe7-199f-46bf-bb56-17a7fca0f469" version="14.1.0.1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E6CFCEE-E36B-4906-8A7E-6FC6355CFC31}">
  <we:reference id="6bb0fabe-aef4-4e3d-874a-99b48edaaa91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E6F5D2DA74FC4B82907BEE0472EE32" ma:contentTypeVersion="17" ma:contentTypeDescription="Create a new document." ma:contentTypeScope="" ma:versionID="39f3fb30a1a4f444379f192aa23a978d">
  <xsd:schema xmlns:xsd="http://www.w3.org/2001/XMLSchema" xmlns:xs="http://www.w3.org/2001/XMLSchema" xmlns:p="http://schemas.microsoft.com/office/2006/metadata/properties" xmlns:ns2="1235bcee-5df9-45d6-993b-86064303bbc5" xmlns:ns3="b9c8a492-a777-4c61-a65f-85ecc5b5ecae" targetNamespace="http://schemas.microsoft.com/office/2006/metadata/properties" ma:root="true" ma:fieldsID="45c0b2d7c91b58f15202a9ac8183015a" ns2:_="" ns3:_="">
    <xsd:import namespace="1235bcee-5df9-45d6-993b-86064303bbc5"/>
    <xsd:import namespace="b9c8a492-a777-4c61-a65f-85ecc5b5ec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MediaServiceBillingMetadata" minOccurs="0"/>
                <xsd:element ref="ns2:Document_x0020_URL" minOccurs="0"/>
                <xsd:element ref="ns2:URL" minOccurs="0"/>
                <xsd:element ref="ns2:YRL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5bcee-5df9-45d6-993b-86064303bb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Document_x0020_URL" ma:index="22" nillable="true" ma:displayName="Document URL" ma:format="Hyperlink" ma:internalName="Document_x0020_URL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URL" ma:index="23" nillable="true" ma:displayName="URL" ma:format="Dropdown" ma:internalName="URL">
      <xsd:simpleType>
        <xsd:restriction base="dms:Note">
          <xsd:maxLength value="255"/>
        </xsd:restriction>
      </xsd:simpleType>
    </xsd:element>
    <xsd:element name="YRLLink" ma:index="24" nillable="true" ma:displayName="YRL Link" ma:description="https://pwceur.sharepoint.com/:w:/r/teams/GR-INT-CNST-Analytics-AI-Hub/Shared%20Documents/Business-Development-Ideas/PoC%20%26%20Mockups/PoCs/HR%20bot/sample%20documents/Legal/Legal_Policies.docx?d=w13fb320c91cc464d83f1ff4d56414ef1&amp;csf=1&amp;web=1&amp;e=AegiIg" ma:format="Hyperlink" ma:internalName="YRL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8a492-a777-4c61-a65f-85ecc5b5eca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8ea2556-3853-4ab0-ab8c-36cb72558dfc}" ma:internalName="TaxCatchAll" ma:showField="CatchAllData" ma:web="b9c8a492-a777-4c61-a65f-85ecc5b5ec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35bcee-5df9-45d6-993b-86064303bbc5">
      <Terms xmlns="http://schemas.microsoft.com/office/infopath/2007/PartnerControls"/>
    </lcf76f155ced4ddcb4097134ff3c332f>
    <TaxCatchAll xmlns="b9c8a492-a777-4c61-a65f-85ecc5b5ecae" xsi:nil="true"/>
    <Document_x0020_URL xmlns="1235bcee-5df9-45d6-993b-86064303bbc5">
      <Url xsi:nil="true"/>
      <Description xsi:nil="true"/>
    </Document_x0020_URL>
    <URL xmlns="1235bcee-5df9-45d6-993b-86064303bbc5" xsi:nil="true"/>
    <YRLLink xmlns="1235bcee-5df9-45d6-993b-86064303bbc5">
      <Url xsi:nil="true"/>
      <Description xsi:nil="true"/>
    </YRLLink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2D50B1-9DAB-4AEB-9E70-5B0F3AC2C4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5bcee-5df9-45d6-993b-86064303bbc5"/>
    <ds:schemaRef ds:uri="b9c8a492-a777-4c61-a65f-85ecc5b5ec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758F2C-2961-4F3E-AF6C-A7AAF8C806B2}">
  <ds:schemaRefs>
    <ds:schemaRef ds:uri="8039a763-6f4e-4464-a463-670fbe21af0c"/>
    <ds:schemaRef ds:uri="cc397eee-57f5-47b5-b6a4-c0f43ace0fb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1235bcee-5df9-45d6-993b-86064303bbc5"/>
    <ds:schemaRef ds:uri="b9c8a492-a777-4c61-a65f-85ecc5b5ecae"/>
  </ds:schemaRefs>
</ds:datastoreItem>
</file>

<file path=customXml/itemProps3.xml><?xml version="1.0" encoding="utf-8"?>
<ds:datastoreItem xmlns:ds="http://schemas.openxmlformats.org/officeDocument/2006/customXml" ds:itemID="{0C265105-FE1D-453C-BB54-B143C57411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PwC_ppt_template</Template>
  <TotalTime>321</TotalTime>
  <Words>34</Words>
  <Application>Microsoft Office PowerPoint</Application>
  <PresentationFormat>Widescreen</PresentationFormat>
  <Paragraphs>24</Paragraphs>
  <Slides>7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Georgia</vt:lpstr>
      <vt:lpstr>Helvetica Neue</vt:lpstr>
      <vt:lpstr>Times New Roman</vt:lpstr>
      <vt:lpstr>Wingdings</vt:lpstr>
      <vt:lpstr>PwC Slide Master</vt:lpstr>
      <vt:lpstr>4_PwC Slide Master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Instructions – Quick Guide</dc:title>
  <dc:creator>Vasiliki Vougioukli (GR)</dc:creator>
  <cp:lastModifiedBy>Eleni Gkougkouli (GR)</cp:lastModifiedBy>
  <cp:revision>123</cp:revision>
  <dcterms:created xsi:type="dcterms:W3CDTF">2025-05-07T11:44:57Z</dcterms:created>
  <dcterms:modified xsi:type="dcterms:W3CDTF">2026-03-14T20:48:10Z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0x010100C5E6F5D2DA74FC4B82907BEE0472EE32</vt:lpwstr>
  </property>
  <property fmtid="{D5CDD505-2E9C-101B-9397-08002B2CF9AE}" pid="3" name="MediaServiceImageTags">
    <vt:lpwstr/>
  </property>
  <property fmtid="{D5CDD505-2E9C-101B-9397-08002B2CF9AE}" pid="4" name="MSIP_Label_2e1840fb-8939-4796-95d0-bc833736564d_Name">
    <vt:lpwstr>Confidential - Open Access</vt:lpwstr>
  </property>
  <property fmtid="{D5CDD505-2E9C-101B-9397-08002B2CF9AE}" pid="5" name="MSIP_Label_2e1840fb-8939-4796-95d0-bc833736564d_Tag">
    <vt:lpwstr>10, 3, 0, 2</vt:lpwstr>
  </property>
  <property fmtid="{D5CDD505-2E9C-101B-9397-08002B2CF9AE}" pid="6" name="MSIP_Label_2e1840fb-8939-4796-95d0-bc833736564d_SiteId">
    <vt:lpwstr>513294a0-3e20-41b2-a970-6d30bf1546fa</vt:lpwstr>
  </property>
  <property fmtid="{D5CDD505-2E9C-101B-9397-08002B2CF9AE}" pid="7" name="MSIP_Label_2e1840fb-8939-4796-95d0-bc833736564d_ContentBits">
    <vt:lpwstr>0</vt:lpwstr>
  </property>
  <property fmtid="{D5CDD505-2E9C-101B-9397-08002B2CF9AE}" pid="8" name="MSIP_Label_2e1840fb-8939-4796-95d0-bc833736564d_Method">
    <vt:lpwstr>Standard</vt:lpwstr>
  </property>
  <property fmtid="{D5CDD505-2E9C-101B-9397-08002B2CF9AE}" pid="9" name="MSIP_Label_2e1840fb-8939-4796-95d0-bc833736564d_ActionId">
    <vt:lpwstr>7176f1a6-3200-4886-b5a6-9b5b6c8ace40</vt:lpwstr>
  </property>
  <property fmtid="{D5CDD505-2E9C-101B-9397-08002B2CF9AE}" pid="10" name="MSIP_Label_2e1840fb-8939-4796-95d0-bc833736564d_Enabled">
    <vt:lpwstr>true</vt:lpwstr>
  </property>
  <property fmtid="{D5CDD505-2E9C-101B-9397-08002B2CF9AE}" pid="11" name="MSIP_Label_2e1840fb-8939-4796-95d0-bc833736564d_SetDate">
    <vt:lpwstr>2025-12-01T08:38:54Z</vt:lpwstr>
  </property>
</Properties>
</file>