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334" r:id="rId5"/>
  </p:sldMasterIdLst>
  <p:notesMasterIdLst>
    <p:notesMasterId r:id="rId13"/>
  </p:notesMasterIdLst>
  <p:sldIdLst>
    <p:sldId id="293" r:id="rId6"/>
    <p:sldId id="358" r:id="rId7"/>
    <p:sldId id="2147471631" r:id="rId8"/>
    <p:sldId id="351" r:id="rId9"/>
    <p:sldId id="352" r:id="rId10"/>
    <p:sldId id="316" r:id="rId11"/>
    <p:sldId id="2147471630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E55001-A95D-6110-0A1D-5527D0FE8587}" name="Vassileios Kolias (GR)" initials="V(" userId="S::vassileios.k.kolias@pwc.com::c8202466-d0b1-462e-ba0f-42fb65a13c7f" providerId="AD"/>
  <p188:author id="{EF66B013-6E01-0523-DCA0-66127DFD1E37}" name="Nektarios Syrmas (GR)" initials="NS" userId="S::nektarios.syrmas@pwc.com::aab13efd-aba4-4d10-8831-6b9909e41273" providerId="AD"/>
  <p188:author id="{C4F66F17-3DFA-9765-93AC-9126B1B1BC3A}" name="Harry Ladas (GR)" initials="HL(" userId="S::harry.ladas@pwc.com::456dee06-037d-4212-8925-c74e882e114e" providerId="AD"/>
  <p188:author id="{CFD31525-0232-E8F1-F479-96F35170939C}" name="Stavros Chatzis (GR)" initials="" userId="S::stavros.chatzis@pwc.com::3015c437-ca0c-4146-adba-e96a006edba4" providerId="AD"/>
  <p188:author id="{7A67FC26-EC08-CFED-9BED-EF7ADEF48511}" name="Vasiliki Vougioukli (GR)" initials="" userId="S::vasiliki.vougioukli@pwc.com::e6e5d42f-2e1e-4d54-9ed3-07ca742d6d8c" providerId="AD"/>
  <p188:author id="{C45F1527-2668-81CC-AD22-06A26048DBCA}" name="Rafael Toshkesi (GR)" initials="RT(" userId="S::rafael.toshkesi@pwc.com::c8e72217-41fb-43c7-9b5f-3bc74a570177" providerId="AD"/>
  <p188:author id="{E4BFE02D-8B8F-E91C-5570-C2BC9EDA134A}" name="Dimitrios Kiousis (GR)" initials="DK" userId="S::dimitrios.kiousis@pwc.com::7e92d374-0314-454c-bf9d-130c3588483f" providerId="AD"/>
  <p188:author id="{9782522E-1DDF-07B8-5797-BBC96779F484}" name="Christos Chimarios (GR)" initials="" userId="S::christos.chimarios@pwc.com::b4a08613-d851-481b-b6d7-442a956650ac" providerId="AD"/>
  <p188:author id="{31060934-A3DD-66C3-37F7-F94C83361B1D}" name="Georgios Nikitas (GR)" initials="" userId="S::georgios.nikitas@pwc.com::de62f580-ccb0-45b3-9e80-c6ca168955c4" providerId="AD"/>
  <p188:author id="{0603E63E-A125-3889-1CD2-1977AA316A6C}" name="Fotis Nikolaidis (GR)" initials="" userId="S::fotis.nikolaidis@pwc.com::2d72a314-7aa8-484e-9df4-28e94ce85b4c" providerId="AD"/>
  <p188:author id="{72C7623F-8C15-3A97-7C01-A9681FABB514}" name="PwC Author" initials="PwC" userId="PwC Author" providerId="None"/>
  <p188:author id="{4F4B6743-8B74-8DF0-E49D-1BE34DE49935}" name="Eleni Gkougkouli (GR)" initials="EG" userId="S::eleni.gkougkouli@pwc.com::c5d2e721-ce67-48b6-9e5b-d208083b2ae3" providerId="AD"/>
  <p188:author id="{C439E845-12F9-AE0F-AF0A-8AF32E66FC88}" name="Amalia Ledaki (GR)" initials="AL" userId="S::amalia.ledaki@pwc.com::96df4527-9605-49b8-b4f1-adedf86a20d7" providerId="AD"/>
  <p188:author id="{DEF90946-304E-8E91-B283-4958B94308EE}" name="Vera Spanopoulou (GR)" initials="VS" userId="S::varvara.spanopoulou@pwc.com::4c7432d4-1001-4ed4-bff0-554fa331f8c5" providerId="AD"/>
  <p188:author id="{0EED5449-6F08-AC98-E340-B72DF617A0D4}" name="Deppy Tzilali (GR)" initials="" userId="S::deppy.tzilali@pwc.com::39b0c049-0087-4cda-b68e-dfa2b8d4c9d8" providerId="AD"/>
  <p188:author id="{129EDF6F-6517-B169-C17F-26C50EA6E8D7}" name="Iryna Dankevych (GR)" initials="ID" userId="S::iryna.dankevych@pwc.com::26dc8826-100d-43a4-aa0b-10059f165d11" providerId="AD"/>
  <p188:author id="{98802279-9F3D-BFE4-8EC1-68C8B61D33BD}" name="Christina Totikidi (GR)" initials="" userId="S::christina.totikidi@pwc.com::05bd9526-50fc-4fdb-841c-3f89d46ee87f" providerId="AD"/>
  <p188:author id="{3EC5D37D-4BC7-2A10-F706-D5970C83E9FA}" name="Chrysanthi Kalamara (GR)" initials="CK" userId="S::chrysanthi.kalamara@pwc.com::c20802e2-ce1d-42c6-9558-80a747f7dfc1" providerId="AD"/>
  <p188:author id="{D29FED8A-4E8C-E5E1-AC26-BF4739D8B938}" name="Kalliopi Kyriakopoulou (GR)" initials="" userId="S::kalliope.kyriakopoulou@pwc.com::7ba51b21-583d-4bfb-9ee9-5ca402ec4dd2" providerId="AD"/>
  <p188:author id="{54F00194-0C68-6171-83FB-A769BB45F988}" name="Giorgos Mammos (GR)" initials="" userId="S::giorgos.mammos@pwc.com::9923d07c-c3e9-4457-b793-fc3a291117c9" providerId="AD"/>
  <p188:author id="{2C6E9DAF-E452-B7D3-E73A-00A575500299}" name="Dimitris Tzanidakis (GR)" initials="DT" userId="S::dimitrios.tzanidakis@pwc.com::cc4cac2d-d7d5-4e0b-891c-71265c99aa86" providerId="AD"/>
  <p188:author id="{1BB8CBAF-DC6E-CA3B-738B-3DA628E50850}" name="Stelios Tavoularis (GR)" initials="" userId="S::tavoularis.stelios@pwc.com::917f21dd-3506-492a-b075-532c2f4ee74f" providerId="AD"/>
  <p188:author id="{0316E1BC-8FAF-95D5-D172-F119FE3E78A7}" name="Theodoros Stefanitsis (GR)" initials="T(" userId="S::theodoros.stefanitsis@pwc.com::9e0846da-f6cb-4c63-a95b-36ff3669f3fa" providerId="AD"/>
  <p188:author id="{1BA5B6D5-6E77-E27D-0F0D-6AA42C9DA43C}" name="PwC" initials="PwC" userId="PwC" providerId="None"/>
  <p188:author id="{1CC1B2EF-4B8C-2B2F-C779-8F213717C2D4}" name="Nikos Panos (GR)" initials="N(" userId="S::nikos.panos@pwc.com::588a7584-2f1c-4b03-a408-7e124544df15" providerId="AD"/>
  <p188:author id="{F8CB8AF1-2D38-F09D-0A5B-8919B281E728}" name="Antonis Bourgias (GR)" initials="AB" userId="S::antonis.bourgias@pwc.com::1360e00f-2bb6-4763-ba20-8cc3d85e3811" providerId="AD"/>
  <p188:author id="{2224C4F9-D4A8-8E86-855A-1873775A3B9A}" name="Ioannis Tzikas (GR)" initials="I(" userId="S::ioannis.tzikas@pwc.com::8e4270b1-1d22-42f8-9af9-a2a1aecddd67" providerId="AD"/>
  <p188:author id="{1E3C27FB-04DD-80D3-7FFB-FDBBE48E974C}" name="Giorgos Kyriakopoulos (GR)" initials="GK(" userId="S::giorgos.kyriakopoulos@pwc.com::9a737a8c-dd7c-4d4f-b651-e7edfb5d8b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000"/>
    <a:srgbClr val="FE976B"/>
    <a:srgbClr val="92D050"/>
    <a:srgbClr val="FD5108"/>
    <a:srgbClr val="FD7338"/>
    <a:srgbClr val="FE7C39"/>
    <a:srgbClr val="FFAA72"/>
    <a:srgbClr val="FFE6D3"/>
    <a:srgbClr val="EB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05943CB-6F42-4776-B506-94E284F2829C}">
  <a:tblStyle styleId="{605943CB-6F42-4776-B506-94E284F2829C}" styleName="Brand Tab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DE8A128-FD69-4F98-BC96-439F510B2832}" styleName="Brand Tab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56CA0EE-1E45-4AA6-A82B-0F5650326712}" styleName="Brand Tab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B2FE71AF-C406-42DD-AC2B-C6103619A3FC}" styleName="Brand Tabl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BEB4EF7-6755-4417-96B3-8A9D9B3986FB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338F507-FFAD-4585-99E0-9DC17883AD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9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21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17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B91DEB5F-2DDE-3FD8-4586-4693D813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:notes">
            <a:extLst>
              <a:ext uri="{FF2B5EF4-FFF2-40B4-BE49-F238E27FC236}">
                <a16:creationId xmlns:a16="http://schemas.microsoft.com/office/drawing/2014/main" id="{AD0E8FED-E2E8-437E-6E24-3E84C7982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37" name="Google Shape;437;p1:notes">
            <a:extLst>
              <a:ext uri="{FF2B5EF4-FFF2-40B4-BE49-F238E27FC236}">
                <a16:creationId xmlns:a16="http://schemas.microsoft.com/office/drawing/2014/main" id="{2EBC3D0A-165B-84BD-4CFE-DECEE74DD3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8" name="Google Shape;438;p1:notes">
            <a:extLst>
              <a:ext uri="{FF2B5EF4-FFF2-40B4-BE49-F238E27FC236}">
                <a16:creationId xmlns:a16="http://schemas.microsoft.com/office/drawing/2014/main" id="{877F4B71-8041-1961-976A-B661723CF6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1478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498FE7DC-5A3A-CA62-4B72-A7A7ED7CF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:notes">
            <a:extLst>
              <a:ext uri="{FF2B5EF4-FFF2-40B4-BE49-F238E27FC236}">
                <a16:creationId xmlns:a16="http://schemas.microsoft.com/office/drawing/2014/main" id="{2D92BA7B-F81E-6EA3-F864-04B85EFBC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5" name="Google Shape;455;p2:notes">
            <a:extLst>
              <a:ext uri="{FF2B5EF4-FFF2-40B4-BE49-F238E27FC236}">
                <a16:creationId xmlns:a16="http://schemas.microsoft.com/office/drawing/2014/main" id="{4ECA2272-4B30-B160-A2CA-7EFC52C90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56" name="Google Shape;456;p2:notes">
            <a:extLst>
              <a:ext uri="{FF2B5EF4-FFF2-40B4-BE49-F238E27FC236}">
                <a16:creationId xmlns:a16="http://schemas.microsoft.com/office/drawing/2014/main" id="{FEE773FC-C19E-3381-3323-64893B0782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8938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90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EA7C8-13F3-B64A-151C-C8C1470CC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32EE3-C106-A9A2-A2FC-D585E1C42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69BBB-1AC1-9836-0C92-C9D9D47B2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93540-ECC0-8DD2-E650-09FB50B9E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16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1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26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6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5187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2175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62161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5518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83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38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82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57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67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7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85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368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177701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711065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65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251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18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03809" cy="94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02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0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48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67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39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7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83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 sz="1800" b="1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77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800" b="1">
                <a:latin typeface="+mn-lt"/>
              </a:defRPr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52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9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50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50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2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14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7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617" y="1428750"/>
            <a:ext cx="5645947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356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4478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9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9482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200" b="0">
                <a:latin typeface="+mj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26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89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7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829" y="4983333"/>
            <a:ext cx="4702359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53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15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881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592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204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457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98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353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284" y="3480486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725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500"/>
            </a:lvl1pPr>
            <a:lvl2pPr>
              <a:defRPr sz="1200"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066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2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6920685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813596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247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46886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534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7741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53954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1732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45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5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99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61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50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299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98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642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658" y="1946275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49554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43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961864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563232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582" y="4410115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4225202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6606383" cy="9152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680461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5" y="2112889"/>
            <a:ext cx="2507891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7668" y="2742796"/>
            <a:ext cx="4034790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2A7918B-DE5F-6A73-C501-5C68674FC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48043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7B4760-565A-7004-A839-C40CB910D57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69827" y="2112889"/>
            <a:ext cx="2507891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931C81-0567-AE16-286A-39C10E955C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2880" y="2742796"/>
            <a:ext cx="4034790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3308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6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7668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2A7918B-DE5F-6A73-C501-5C68674FC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93438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7B4760-565A-7004-A839-C40CB910D57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15223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931C81-0567-AE16-286A-39C10E955C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88275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85E1AED9-7348-C0D6-6C7B-0638EC7DD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92194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4A09979-2FEA-E14B-C57D-0410A93B78E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13979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5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E6FD5DD-6E47-858A-7DDA-58896BDEF30A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787031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01429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ox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6" y="1507106"/>
            <a:ext cx="2414724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24615" y="2036039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527522C-9479-A5BB-F7DF-21C37A5DD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7667" y="3853219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BCDF69-AF9E-5E53-483E-5696F0A8F47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619452" y="3840107"/>
            <a:ext cx="2015230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4B9978-6CEB-1E68-B830-BF5CAA37FFC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19451" y="4369040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D6A840D3-8BBB-BFD2-CE4A-39493B894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52854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F0A53D8-8D22-04B5-947F-DB36EDA52A5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7174639" y="1507106"/>
            <a:ext cx="2414724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12851B0-C3A3-C32F-EB4D-89500E517F5F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174638" y="2036039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FA3CD4F3-14E7-2E0D-6548-DD18C8AEB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7690" y="3853219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DB33C2C-770E-08AD-B471-2D8A7E02258C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7169475" y="3840107"/>
            <a:ext cx="2015230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E17395C-D2EB-4798-56BF-71EB39D795DA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7169474" y="4369040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07123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163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4104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4844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13263"/>
            <a:ext cx="1285875" cy="1425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27613"/>
            <a:ext cx="2230437" cy="915987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0A3FD0-79FF-A98F-5AEB-3E48BB5C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014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Only">
  <p:cSld name="1_Cover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0"/>
          <p:cNvSpPr txBox="1">
            <a:spLocks noGrp="1"/>
          </p:cNvSpPr>
          <p:nvPr>
            <p:ph type="sldNum" idx="12"/>
          </p:nvPr>
        </p:nvSpPr>
        <p:spPr>
          <a:xfrm>
            <a:off x="9595104" y="6477000"/>
            <a:ext cx="203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3" name="Google Shape;33;p160"/>
          <p:cNvSpPr txBox="1"/>
          <p:nvPr/>
        </p:nvSpPr>
        <p:spPr>
          <a:xfrm>
            <a:off x="573024" y="6477001"/>
            <a:ext cx="3454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PwC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60"/>
          <p:cNvSpPr txBox="1">
            <a:spLocks noGrp="1"/>
          </p:cNvSpPr>
          <p:nvPr>
            <p:ph type="title"/>
          </p:nvPr>
        </p:nvSpPr>
        <p:spPr>
          <a:xfrm>
            <a:off x="573024" y="683096"/>
            <a:ext cx="110580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Georgia"/>
              <a:buNone/>
              <a:defRPr sz="2400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60"/>
          <p:cNvSpPr txBox="1"/>
          <p:nvPr/>
        </p:nvSpPr>
        <p:spPr>
          <a:xfrm>
            <a:off x="5601400" y="6477000"/>
            <a:ext cx="989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922343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ontent - Subtitle 1">
  <p:cSld name="One Column Content - Subtitle 1"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A793AA5-ECEB-19BC-1152-94E1FC7F6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815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793AA5-ECEB-19BC-1152-94E1FC7F6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" name="Google Shape;967;p86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968" name="Google Shape;968;p86"/>
          <p:cNvSpPr txBox="1">
            <a:spLocks noGrp="1"/>
          </p:cNvSpPr>
          <p:nvPr>
            <p:ph type="sldNum" idx="12"/>
          </p:nvPr>
        </p:nvSpPr>
        <p:spPr>
          <a:xfrm>
            <a:off x="10869285" y="6391811"/>
            <a:ext cx="70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56401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1_Title and Content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3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4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9" name="Google Shape;539;p483"/>
          <p:cNvSpPr txBox="1">
            <a:spLocks noGrp="1"/>
          </p:cNvSpPr>
          <p:nvPr>
            <p:ph type="sldNum" idx="12"/>
          </p:nvPr>
        </p:nvSpPr>
        <p:spPr>
          <a:xfrm>
            <a:off x="10869285" y="6391811"/>
            <a:ext cx="70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22941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1">
  <p:cSld name="Four Content 1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a35d086b18_4_1042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5" name="Google Shape;905;g2a35d086b18_4_1042"/>
          <p:cNvSpPr txBox="1">
            <a:spLocks noGrp="1"/>
          </p:cNvSpPr>
          <p:nvPr>
            <p:ph type="body" idx="2"/>
          </p:nvPr>
        </p:nvSpPr>
        <p:spPr>
          <a:xfrm>
            <a:off x="336061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g2a35d086b18_4_1042"/>
          <p:cNvSpPr txBox="1">
            <a:spLocks noGrp="1"/>
          </p:cNvSpPr>
          <p:nvPr>
            <p:ph type="body" idx="3"/>
          </p:nvPr>
        </p:nvSpPr>
        <p:spPr>
          <a:xfrm>
            <a:off x="6275388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7" name="Google Shape;907;g2a35d086b18_4_1042"/>
          <p:cNvSpPr txBox="1">
            <a:spLocks noGrp="1"/>
          </p:cNvSpPr>
          <p:nvPr>
            <p:ph type="body" idx="4"/>
          </p:nvPr>
        </p:nvSpPr>
        <p:spPr>
          <a:xfrm>
            <a:off x="919016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8" name="Google Shape;908;g2a35d086b18_4_1042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909" name="Google Shape;909;g2a35d086b18_4_1042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62359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 2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a35d086b18_4_1049"/>
          <p:cNvSpPr txBox="1">
            <a:spLocks noGrp="1"/>
          </p:cNvSpPr>
          <p:nvPr>
            <p:ph type="title"/>
          </p:nvPr>
        </p:nvSpPr>
        <p:spPr>
          <a:xfrm>
            <a:off x="3164649" y="2952759"/>
            <a:ext cx="73689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000" b="0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g2a35d086b18_4_1049"/>
          <p:cNvSpPr txBox="1">
            <a:spLocks noGrp="1"/>
          </p:cNvSpPr>
          <p:nvPr>
            <p:ph type="body" idx="1"/>
          </p:nvPr>
        </p:nvSpPr>
        <p:spPr>
          <a:xfrm>
            <a:off x="610112" y="1577340"/>
            <a:ext cx="109821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marL="91440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2pPr>
            <a:lvl3pPr marL="137160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3pPr>
            <a:lvl4pPr marL="182880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4pPr>
            <a:lvl5pPr marL="228600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5pPr>
            <a:lvl6pPr marL="274320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6pPr>
            <a:lvl7pPr marL="320040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7pPr>
            <a:lvl8pPr marL="365760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8pPr>
            <a:lvl9pPr marL="411480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600"/>
              <a:buNone/>
              <a:defRPr sz="1900"/>
            </a:lvl9pPr>
          </a:lstStyle>
          <a:p>
            <a:endParaRPr/>
          </a:p>
        </p:txBody>
      </p:sp>
      <p:sp>
        <p:nvSpPr>
          <p:cNvPr id="913" name="Google Shape;913;g2a35d086b18_4_1049"/>
          <p:cNvSpPr txBox="1"/>
          <p:nvPr/>
        </p:nvSpPr>
        <p:spPr>
          <a:xfrm>
            <a:off x="11228151" y="6453612"/>
            <a:ext cx="5385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GB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627737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Yellow">
  <p:cSld name="5. title subtitle Dark Yellow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feb94fefd_2_2171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2efeb94fefd_2_2171"/>
          <p:cNvSpPr txBox="1">
            <a:spLocks noGrp="1"/>
          </p:cNvSpPr>
          <p:nvPr>
            <p:ph type="subTitle" idx="1"/>
          </p:nvPr>
        </p:nvSpPr>
        <p:spPr>
          <a:xfrm>
            <a:off x="442911" y="840841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118" name="Google Shape;118;g2efeb94fefd_2_2171"/>
          <p:cNvSpPr txBox="1">
            <a:spLocks noGrp="1"/>
          </p:cNvSpPr>
          <p:nvPr>
            <p:ph type="title"/>
          </p:nvPr>
        </p:nvSpPr>
        <p:spPr>
          <a:xfrm>
            <a:off x="442936" y="440767"/>
            <a:ext cx="11302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055853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Orange (2 lines Title)">
  <p:cSld name="5. title subtitle Dark Orange (2 lines Title)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206ca25f58_0_62"/>
          <p:cNvSpPr txBox="1">
            <a:spLocks noGrp="1"/>
          </p:cNvSpPr>
          <p:nvPr>
            <p:ph type="subTitle" idx="1"/>
          </p:nvPr>
        </p:nvSpPr>
        <p:spPr>
          <a:xfrm>
            <a:off x="442711" y="1216192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203" name="Google Shape;203;g2206ca25f58_0_62"/>
          <p:cNvSpPr txBox="1">
            <a:spLocks noGrp="1"/>
          </p:cNvSpPr>
          <p:nvPr>
            <p:ph type="title"/>
          </p:nvPr>
        </p:nvSpPr>
        <p:spPr>
          <a:xfrm>
            <a:off x="442936" y="440767"/>
            <a:ext cx="11302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g2206ca25f58_0_62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555634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Yellow (2 lines Title)">
  <p:cSld name="5. title subtitle Dark Yellow (2 lines Title)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06ca25f58_0_78"/>
          <p:cNvSpPr txBox="1">
            <a:spLocks noGrp="1"/>
          </p:cNvSpPr>
          <p:nvPr>
            <p:ph type="subTitle" idx="1"/>
          </p:nvPr>
        </p:nvSpPr>
        <p:spPr>
          <a:xfrm>
            <a:off x="442711" y="1216192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220" name="Google Shape;220;g2206ca25f58_0_78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2206ca25f58_0_78"/>
          <p:cNvSpPr txBox="1">
            <a:spLocks noGrp="1"/>
          </p:cNvSpPr>
          <p:nvPr>
            <p:ph type="title"/>
          </p:nvPr>
        </p:nvSpPr>
        <p:spPr>
          <a:xfrm>
            <a:off x="442700" y="429700"/>
            <a:ext cx="11302400" cy="7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199353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54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2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63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714906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94872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69617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67866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69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82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29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9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3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19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74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39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7"/>
            <a:ext cx="11399691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638" y="885381"/>
            <a:ext cx="11399837" cy="6858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0662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oleObject" Target="../embeddings/oleObject1.bin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61" Type="http://schemas.openxmlformats.org/officeDocument/2006/relationships/slideLayout" Target="../slideLayouts/slideLayout61.xml"/><Relationship Id="rId8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94.xml"/><Relationship Id="rId18" Type="http://schemas.openxmlformats.org/officeDocument/2006/relationships/tags" Target="../tags/tag4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20" Type="http://schemas.openxmlformats.org/officeDocument/2006/relationships/image" Target="../media/image6.emf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1.xml"/><Relationship Id="rId19" Type="http://schemas.openxmlformats.org/officeDocument/2006/relationships/oleObject" Target="../embeddings/oleObject3.bin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496554E-1502-F983-EA29-99A74C9266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3"/>
            </p:custDataLst>
            <p:extLst>
              <p:ext uri="{D42A27DB-BD31-4B8C-83A1-F6EECF244321}">
                <p14:modId xmlns:p14="http://schemas.microsoft.com/office/powerpoint/2010/main" val="152179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4" imgW="395" imgH="396" progId="TCLayout.ActiveDocument.1">
                  <p:embed/>
                </p:oleObj>
              </mc:Choice>
              <mc:Fallback>
                <p:oleObj name="think-cell Slide" r:id="rId84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96554E-1502-F983-EA29-99A74C9266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081463-6E8A-DBB2-BF8F-7EBE4B6B4617}"/>
              </a:ext>
            </a:extLst>
          </p:cNvPr>
          <p:cNvSpPr/>
          <p:nvPr userDrawn="1"/>
        </p:nvSpPr>
        <p:spPr>
          <a:xfrm>
            <a:off x="-519757" y="227765"/>
            <a:ext cx="360000" cy="3600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US" sz="800">
              <a:solidFill>
                <a:schemeClr val="tx1"/>
              </a:solidFill>
            </a:endParaRPr>
          </a:p>
          <a:p>
            <a:pPr algn="ctr"/>
            <a:r>
              <a:rPr lang="en-US" sz="800"/>
              <a:t>A&gt;18pt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217D7B-E4E8-D2A3-61DA-03209B7A1E7D}"/>
              </a:ext>
            </a:extLst>
          </p:cNvPr>
          <p:cNvSpPr/>
          <p:nvPr userDrawn="1"/>
        </p:nvSpPr>
        <p:spPr>
          <a:xfrm>
            <a:off x="-508169" y="2396065"/>
            <a:ext cx="360000" cy="360000"/>
          </a:xfrm>
          <a:prstGeom prst="rect">
            <a:avLst/>
          </a:prstGeom>
          <a:solidFill>
            <a:srgbClr val="FE7C39"/>
          </a:solidFill>
          <a:ln>
            <a:solidFill>
              <a:srgbClr val="FE7C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/>
              <a:t>abc</a:t>
            </a:r>
            <a:endParaRPr lang="en-GB" sz="1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58D258-E2BC-2FCC-A725-B36C10CE8302}"/>
              </a:ext>
            </a:extLst>
          </p:cNvPr>
          <p:cNvSpPr/>
          <p:nvPr userDrawn="1"/>
        </p:nvSpPr>
        <p:spPr>
          <a:xfrm>
            <a:off x="-508169" y="2856529"/>
            <a:ext cx="360000" cy="360000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BB600C9-43B9-608E-6A2A-4C42F714BA57}"/>
              </a:ext>
            </a:extLst>
          </p:cNvPr>
          <p:cNvSpPr/>
          <p:nvPr userDrawn="1"/>
        </p:nvSpPr>
        <p:spPr>
          <a:xfrm>
            <a:off x="-508169" y="3316993"/>
            <a:ext cx="360000" cy="360000"/>
          </a:xfrm>
          <a:prstGeom prst="rect">
            <a:avLst/>
          </a:prstGeom>
          <a:solidFill>
            <a:srgbClr val="FFCD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E2F10C-D3EC-781C-7298-9C186774C838}"/>
              </a:ext>
            </a:extLst>
          </p:cNvPr>
          <p:cNvSpPr/>
          <p:nvPr userDrawn="1"/>
        </p:nvSpPr>
        <p:spPr>
          <a:xfrm>
            <a:off x="-508169" y="3777457"/>
            <a:ext cx="360000" cy="36000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6D1183-77AC-1453-18E3-E5396DFB07EA}"/>
              </a:ext>
            </a:extLst>
          </p:cNvPr>
          <p:cNvSpPr/>
          <p:nvPr userDrawn="1"/>
        </p:nvSpPr>
        <p:spPr>
          <a:xfrm>
            <a:off x="-508169" y="4237921"/>
            <a:ext cx="360000" cy="360000"/>
          </a:xfrm>
          <a:prstGeom prst="rect">
            <a:avLst/>
          </a:prstGeom>
          <a:solidFill>
            <a:srgbClr val="A1A8B3"/>
          </a:solidFill>
          <a:ln>
            <a:solidFill>
              <a:srgbClr val="A1A8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B74CF2-CF5B-7105-71F4-1A73A8B2C23F}"/>
              </a:ext>
            </a:extLst>
          </p:cNvPr>
          <p:cNvSpPr/>
          <p:nvPr userDrawn="1"/>
        </p:nvSpPr>
        <p:spPr>
          <a:xfrm>
            <a:off x="-508169" y="4698385"/>
            <a:ext cx="360000" cy="360000"/>
          </a:xfrm>
          <a:prstGeom prst="rect">
            <a:avLst/>
          </a:prstGeom>
          <a:solidFill>
            <a:srgbClr val="B5BC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4629C5-0378-EB8B-C76E-6865ACE65FED}"/>
              </a:ext>
            </a:extLst>
          </p:cNvPr>
          <p:cNvSpPr/>
          <p:nvPr userDrawn="1"/>
        </p:nvSpPr>
        <p:spPr>
          <a:xfrm>
            <a:off x="-508169" y="5158849"/>
            <a:ext cx="360000" cy="36000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6FA166-01D7-0CCD-0F7B-67662A2118C9}"/>
              </a:ext>
            </a:extLst>
          </p:cNvPr>
          <p:cNvSpPr/>
          <p:nvPr userDrawn="1"/>
        </p:nvSpPr>
        <p:spPr>
          <a:xfrm>
            <a:off x="-508169" y="5619313"/>
            <a:ext cx="360000" cy="360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12C43F-9AC1-BD82-A624-C05775D41AD9}"/>
              </a:ext>
            </a:extLst>
          </p:cNvPr>
          <p:cNvSpPr/>
          <p:nvPr userDrawn="1"/>
        </p:nvSpPr>
        <p:spPr>
          <a:xfrm>
            <a:off x="-508169" y="6079777"/>
            <a:ext cx="360000" cy="36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35CE7D-CF4D-BB4B-C76C-FECFC306DC3B}"/>
              </a:ext>
            </a:extLst>
          </p:cNvPr>
          <p:cNvSpPr txBox="1"/>
          <p:nvPr userDrawn="1"/>
        </p:nvSpPr>
        <p:spPr>
          <a:xfrm rot="16200000">
            <a:off x="-1697125" y="4018056"/>
            <a:ext cx="2245935" cy="28288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900" b="1" i="0">
                <a:solidFill>
                  <a:srgbClr val="4A4A4A"/>
                </a:solidFill>
                <a:effectLst/>
                <a:latin typeface="+mn-lt"/>
              </a:rPr>
              <a:t>Data visualizations only </a:t>
            </a:r>
            <a:endParaRPr lang="en-GB" sz="900" b="1">
              <a:latin typeface="+mn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4F8F0-77EC-91B7-777F-ECC25507B4D4}"/>
              </a:ext>
            </a:extLst>
          </p:cNvPr>
          <p:cNvSpPr/>
          <p:nvPr userDrawn="1"/>
        </p:nvSpPr>
        <p:spPr>
          <a:xfrm>
            <a:off x="-519659" y="688229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bg1"/>
                </a:solidFill>
              </a:rPr>
              <a:t>abc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86A711-45F3-4A03-0B28-E0E11173DC97}"/>
              </a:ext>
            </a:extLst>
          </p:cNvPr>
          <p:cNvSpPr/>
          <p:nvPr userDrawn="1"/>
        </p:nvSpPr>
        <p:spPr>
          <a:xfrm>
            <a:off x="-519757" y="1155255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597E87-83F0-D292-A44A-EE073613786A}"/>
              </a:ext>
            </a:extLst>
          </p:cNvPr>
          <p:cNvSpPr/>
          <p:nvPr userDrawn="1"/>
        </p:nvSpPr>
        <p:spPr>
          <a:xfrm>
            <a:off x="-570227" y="2331142"/>
            <a:ext cx="485386" cy="4201635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0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683" r:id="rId3"/>
    <p:sldLayoutId id="2147483743" r:id="rId4"/>
    <p:sldLayoutId id="2147483744" r:id="rId5"/>
    <p:sldLayoutId id="2147483745" r:id="rId6"/>
    <p:sldLayoutId id="2147483746" r:id="rId7"/>
    <p:sldLayoutId id="2147483651" r:id="rId8"/>
    <p:sldLayoutId id="2147483659" r:id="rId9"/>
    <p:sldLayoutId id="2147483660" r:id="rId10"/>
    <p:sldLayoutId id="2147483733" r:id="rId11"/>
    <p:sldLayoutId id="2147483738" r:id="rId12"/>
    <p:sldLayoutId id="2147483739" r:id="rId13"/>
    <p:sldLayoutId id="2147483741" r:id="rId14"/>
    <p:sldLayoutId id="2147483740" r:id="rId15"/>
    <p:sldLayoutId id="2147483696" r:id="rId16"/>
    <p:sldLayoutId id="2147483697" r:id="rId17"/>
    <p:sldLayoutId id="2147483723" r:id="rId18"/>
    <p:sldLayoutId id="2147483724" r:id="rId19"/>
    <p:sldLayoutId id="2147483702" r:id="rId20"/>
    <p:sldLayoutId id="2147483684" r:id="rId21"/>
    <p:sldLayoutId id="2147483703" r:id="rId22"/>
    <p:sldLayoutId id="2147483704" r:id="rId23"/>
    <p:sldLayoutId id="2147483705" r:id="rId24"/>
    <p:sldLayoutId id="2147483685" r:id="rId25"/>
    <p:sldLayoutId id="2147483706" r:id="rId26"/>
    <p:sldLayoutId id="2147483719" r:id="rId27"/>
    <p:sldLayoutId id="2147483717" r:id="rId28"/>
    <p:sldLayoutId id="2147483718" r:id="rId29"/>
    <p:sldLayoutId id="2147483707" r:id="rId30"/>
    <p:sldLayoutId id="2147483708" r:id="rId31"/>
    <p:sldLayoutId id="2147483709" r:id="rId32"/>
    <p:sldLayoutId id="2147483686" r:id="rId33"/>
    <p:sldLayoutId id="2147483722" r:id="rId34"/>
    <p:sldLayoutId id="2147483721" r:id="rId35"/>
    <p:sldLayoutId id="2147483714" r:id="rId36"/>
    <p:sldLayoutId id="2147483710" r:id="rId37"/>
    <p:sldLayoutId id="2147483711" r:id="rId38"/>
    <p:sldLayoutId id="2147483687" r:id="rId39"/>
    <p:sldLayoutId id="2147483713" r:id="rId40"/>
    <p:sldLayoutId id="2147483662" r:id="rId41"/>
    <p:sldLayoutId id="2147483699" r:id="rId42"/>
    <p:sldLayoutId id="2147483663" r:id="rId43"/>
    <p:sldLayoutId id="2147483689" r:id="rId44"/>
    <p:sldLayoutId id="2147483664" r:id="rId45"/>
    <p:sldLayoutId id="2147483690" r:id="rId46"/>
    <p:sldLayoutId id="2147483691" r:id="rId47"/>
    <p:sldLayoutId id="2147483692" r:id="rId48"/>
    <p:sldLayoutId id="2147483671" r:id="rId49"/>
    <p:sldLayoutId id="2147483700" r:id="rId50"/>
    <p:sldLayoutId id="2147483701" r:id="rId51"/>
    <p:sldLayoutId id="2147483693" r:id="rId52"/>
    <p:sldLayoutId id="2147483694" r:id="rId53"/>
    <p:sldLayoutId id="2147483673" r:id="rId54"/>
    <p:sldLayoutId id="2147483676" r:id="rId55"/>
    <p:sldLayoutId id="2147483715" r:id="rId56"/>
    <p:sldLayoutId id="2147483716" r:id="rId57"/>
    <p:sldLayoutId id="2147483678" r:id="rId58"/>
    <p:sldLayoutId id="2147483679" r:id="rId59"/>
    <p:sldLayoutId id="2147483680" r:id="rId60"/>
    <p:sldLayoutId id="2147483666" r:id="rId61"/>
    <p:sldLayoutId id="2147483720" r:id="rId62"/>
    <p:sldLayoutId id="2147483654" r:id="rId63"/>
    <p:sldLayoutId id="2147483655" r:id="rId64"/>
    <p:sldLayoutId id="2147483681" r:id="rId65"/>
    <p:sldLayoutId id="2147483725" r:id="rId66"/>
    <p:sldLayoutId id="2147483726" r:id="rId67"/>
    <p:sldLayoutId id="2147483727" r:id="rId68"/>
    <p:sldLayoutId id="2147483742" r:id="rId69"/>
    <p:sldLayoutId id="2147484040" r:id="rId70"/>
    <p:sldLayoutId id="2147484038" r:id="rId71"/>
    <p:sldLayoutId id="2147484039" r:id="rId72"/>
    <p:sldLayoutId id="2147484035" r:id="rId73"/>
    <p:sldLayoutId id="2147484036" r:id="rId74"/>
    <p:sldLayoutId id="2147484288" r:id="rId75"/>
    <p:sldLayoutId id="2147484333" r:id="rId76"/>
    <p:sldLayoutId id="2147484562" r:id="rId77"/>
    <p:sldLayoutId id="2147484563" r:id="rId78"/>
    <p:sldLayoutId id="2147484564" r:id="rId79"/>
    <p:sldLayoutId id="2147484641" r:id="rId80"/>
    <p:sldLayoutId id="2147484740" r:id="rId8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 userDrawn="1">
          <p15:clr>
            <a:srgbClr val="F26B43"/>
          </p15:clr>
        </p15:guide>
        <p15:guide id="3" pos="252" userDrawn="1">
          <p15:clr>
            <a:srgbClr val="F26B43"/>
          </p15:clr>
        </p15:guide>
        <p15:guide id="4" pos="7434" userDrawn="1">
          <p15:clr>
            <a:srgbClr val="F26B43"/>
          </p15:clr>
        </p15:guide>
        <p15:guide id="11" orient="horz" pos="4065" userDrawn="1">
          <p15:clr>
            <a:srgbClr val="F26B43"/>
          </p15:clr>
        </p15:guide>
        <p15:guide id="12" pos="786" userDrawn="1">
          <p15:clr>
            <a:srgbClr val="F26B43"/>
          </p15:clr>
        </p15:guide>
        <p15:guide id="13" pos="858" userDrawn="1">
          <p15:clr>
            <a:srgbClr val="F26B43"/>
          </p15:clr>
        </p15:guide>
        <p15:guide id="14" pos="1391" userDrawn="1">
          <p15:clr>
            <a:srgbClr val="F26B43"/>
          </p15:clr>
        </p15:guide>
        <p15:guide id="15" pos="1461" userDrawn="1">
          <p15:clr>
            <a:srgbClr val="F26B43"/>
          </p15:clr>
        </p15:guide>
        <p15:guide id="16" pos="1994" userDrawn="1">
          <p15:clr>
            <a:srgbClr val="F26B43"/>
          </p15:clr>
        </p15:guide>
        <p15:guide id="17" pos="2067" userDrawn="1">
          <p15:clr>
            <a:srgbClr val="F26B43"/>
          </p15:clr>
        </p15:guide>
        <p15:guide id="18" pos="2600" userDrawn="1">
          <p15:clr>
            <a:srgbClr val="F26B43"/>
          </p15:clr>
        </p15:guide>
        <p15:guide id="19" pos="2670" userDrawn="1">
          <p15:clr>
            <a:srgbClr val="F26B43"/>
          </p15:clr>
        </p15:guide>
        <p15:guide id="20" pos="3204" userDrawn="1">
          <p15:clr>
            <a:srgbClr val="F26B43"/>
          </p15:clr>
        </p15:guide>
        <p15:guide id="21" pos="3275" userDrawn="1">
          <p15:clr>
            <a:srgbClr val="F26B43"/>
          </p15:clr>
        </p15:guide>
        <p15:guide id="22" pos="3807" userDrawn="1">
          <p15:clr>
            <a:srgbClr val="F26B43"/>
          </p15:clr>
        </p15:guide>
        <p15:guide id="23" pos="3879" userDrawn="1">
          <p15:clr>
            <a:srgbClr val="F26B43"/>
          </p15:clr>
        </p15:guide>
        <p15:guide id="24" pos="4412" userDrawn="1">
          <p15:clr>
            <a:srgbClr val="F26B43"/>
          </p15:clr>
        </p15:guide>
        <p15:guide id="25" pos="5016" userDrawn="1">
          <p15:clr>
            <a:srgbClr val="F26B43"/>
          </p15:clr>
        </p15:guide>
        <p15:guide id="26" pos="4484" userDrawn="1">
          <p15:clr>
            <a:srgbClr val="F26B43"/>
          </p15:clr>
        </p15:guide>
        <p15:guide id="27" pos="5088" userDrawn="1">
          <p15:clr>
            <a:srgbClr val="F26B43"/>
          </p15:clr>
        </p15:guide>
        <p15:guide id="28" pos="5621" userDrawn="1">
          <p15:clr>
            <a:srgbClr val="F26B43"/>
          </p15:clr>
        </p15:guide>
        <p15:guide id="29" pos="5693" userDrawn="1">
          <p15:clr>
            <a:srgbClr val="F26B43"/>
          </p15:clr>
        </p15:guide>
        <p15:guide id="30" pos="6224" userDrawn="1">
          <p15:clr>
            <a:srgbClr val="F26B43"/>
          </p15:clr>
        </p15:guide>
        <p15:guide id="31" pos="6297" userDrawn="1">
          <p15:clr>
            <a:srgbClr val="F26B43"/>
          </p15:clr>
        </p15:guide>
        <p15:guide id="32" pos="6828" userDrawn="1">
          <p15:clr>
            <a:srgbClr val="F26B43"/>
          </p15:clr>
        </p15:guide>
        <p15:guide id="33" pos="6900" userDrawn="1">
          <p15:clr>
            <a:srgbClr val="F26B43"/>
          </p15:clr>
        </p15:guide>
        <p15:guide id="34" orient="horz" pos="506" userDrawn="1">
          <p15:clr>
            <a:srgbClr val="F26B43"/>
          </p15:clr>
        </p15:guide>
        <p15:guide id="35" orient="horz" pos="578" userDrawn="1">
          <p15:clr>
            <a:srgbClr val="F26B43"/>
          </p15:clr>
        </p15:guide>
        <p15:guide id="36" orient="horz" pos="830" userDrawn="1">
          <p15:clr>
            <a:srgbClr val="F26B43"/>
          </p15:clr>
        </p15:guide>
        <p15:guide id="37" orient="horz" pos="900" userDrawn="1">
          <p15:clr>
            <a:srgbClr val="F26B43"/>
          </p15:clr>
        </p15:guide>
        <p15:guide id="38" orient="horz" pos="1152" userDrawn="1">
          <p15:clr>
            <a:srgbClr val="F26B43"/>
          </p15:clr>
        </p15:guide>
        <p15:guide id="39" orient="horz" pos="1226" userDrawn="1">
          <p15:clr>
            <a:srgbClr val="F26B43"/>
          </p15:clr>
        </p15:guide>
        <p15:guide id="40" orient="horz" pos="1476" userDrawn="1">
          <p15:clr>
            <a:srgbClr val="F26B43"/>
          </p15:clr>
        </p15:guide>
        <p15:guide id="41" orient="horz" pos="1800" userDrawn="1">
          <p15:clr>
            <a:srgbClr val="F26B43"/>
          </p15:clr>
        </p15:guide>
        <p15:guide id="42" orient="horz" pos="1872" userDrawn="1">
          <p15:clr>
            <a:srgbClr val="F26B43"/>
          </p15:clr>
        </p15:guide>
        <p15:guide id="43" orient="horz" pos="2123" userDrawn="1">
          <p15:clr>
            <a:srgbClr val="F26B43"/>
          </p15:clr>
        </p15:guide>
        <p15:guide id="44" orient="horz" pos="2195" userDrawn="1">
          <p15:clr>
            <a:srgbClr val="F26B43"/>
          </p15:clr>
        </p15:guide>
        <p15:guide id="45" orient="horz" pos="2447" userDrawn="1">
          <p15:clr>
            <a:srgbClr val="F26B43"/>
          </p15:clr>
        </p15:guide>
        <p15:guide id="46" orient="horz" pos="2519" userDrawn="1">
          <p15:clr>
            <a:srgbClr val="F26B43"/>
          </p15:clr>
        </p15:guide>
        <p15:guide id="47" orient="horz" pos="2771" userDrawn="1">
          <p15:clr>
            <a:srgbClr val="F26B43"/>
          </p15:clr>
        </p15:guide>
        <p15:guide id="48" orient="horz" pos="2843" userDrawn="1">
          <p15:clr>
            <a:srgbClr val="F26B43"/>
          </p15:clr>
        </p15:guide>
        <p15:guide id="49" orient="horz" pos="3095" userDrawn="1">
          <p15:clr>
            <a:srgbClr val="F26B43"/>
          </p15:clr>
        </p15:guide>
        <p15:guide id="50" orient="horz" pos="3167" userDrawn="1">
          <p15:clr>
            <a:srgbClr val="F26B43"/>
          </p15:clr>
        </p15:guide>
        <p15:guide id="51" orient="horz" pos="3417" userDrawn="1">
          <p15:clr>
            <a:srgbClr val="F26B43"/>
          </p15:clr>
        </p15:guide>
        <p15:guide id="52" orient="horz" pos="3489" userDrawn="1">
          <p15:clr>
            <a:srgbClr val="F26B43"/>
          </p15:clr>
        </p15:guide>
        <p15:guide id="53" orient="horz" pos="3741" userDrawn="1">
          <p15:clr>
            <a:srgbClr val="F26B43"/>
          </p15:clr>
        </p15:guide>
        <p15:guide id="54" orient="horz" pos="3813" userDrawn="1">
          <p15:clr>
            <a:srgbClr val="F26B43"/>
          </p15:clr>
        </p15:guide>
        <p15:guide id="55" orient="horz" pos="154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8DDD894-604F-04AB-869E-161064A199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9888845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7772400" imgH="10058400" progId="TCLayout.ActiveDocument.1">
                  <p:embed/>
                </p:oleObj>
              </mc:Choice>
              <mc:Fallback>
                <p:oleObj name="think-cell Slide" r:id="rId19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DDD894-604F-04AB-869E-161064A19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2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5" r:id="rId1"/>
    <p:sldLayoutId id="2147484336" r:id="rId2"/>
    <p:sldLayoutId id="2147484337" r:id="rId3"/>
    <p:sldLayoutId id="2147484338" r:id="rId4"/>
    <p:sldLayoutId id="2147484339" r:id="rId5"/>
    <p:sldLayoutId id="2147484340" r:id="rId6"/>
    <p:sldLayoutId id="2147484341" r:id="rId7"/>
    <p:sldLayoutId id="2147484342" r:id="rId8"/>
    <p:sldLayoutId id="2147484343" r:id="rId9"/>
    <p:sldLayoutId id="2147484344" r:id="rId10"/>
    <p:sldLayoutId id="2147484345" r:id="rId11"/>
    <p:sldLayoutId id="2147484346" r:id="rId12"/>
    <p:sldLayoutId id="2147484347" r:id="rId13"/>
    <p:sldLayoutId id="2147484348" r:id="rId14"/>
    <p:sldLayoutId id="2147484349" r:id="rId15"/>
    <p:sldLayoutId id="214748435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slideLayout" Target="../slideLayouts/slideLayout51.xml"/><Relationship Id="rId16" Type="http://schemas.openxmlformats.org/officeDocument/2006/relationships/image" Target="../media/image20.png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1.emf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svg"/><Relationship Id="rId7" Type="http://schemas.openxmlformats.org/officeDocument/2006/relationships/image" Target="../media/image27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slideLayout" Target="../slideLayouts/slideLayout63.xml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tags" Target="../tags/tag7.xml"/><Relationship Id="rId16" Type="http://schemas.openxmlformats.org/officeDocument/2006/relationships/image" Target="../media/image41.svg"/><Relationship Id="rId1" Type="http://schemas.openxmlformats.org/officeDocument/2006/relationships/tags" Target="../tags/tag6.xml"/><Relationship Id="rId6" Type="http://schemas.openxmlformats.org/officeDocument/2006/relationships/image" Target="../media/image31.emf"/><Relationship Id="rId11" Type="http://schemas.openxmlformats.org/officeDocument/2006/relationships/image" Target="../media/image36.png"/><Relationship Id="rId5" Type="http://schemas.openxmlformats.org/officeDocument/2006/relationships/oleObject" Target="../embeddings/oleObject5.bin"/><Relationship Id="rId15" Type="http://schemas.openxmlformats.org/officeDocument/2006/relationships/image" Target="../media/image40.png"/><Relationship Id="rId10" Type="http://schemas.openxmlformats.org/officeDocument/2006/relationships/image" Target="../media/image35.sv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8.x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8948752-4954-26BC-A262-C076B5B85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181B9D-BE68-1868-4E78-B1E3C0015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8204554" cy="1735222"/>
          </a:xfrm>
        </p:spPr>
        <p:txBody>
          <a:bodyPr/>
          <a:lstStyle/>
          <a:p>
            <a:endParaRPr lang="en-US" sz="36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7B3398F-2647-61F3-5E88-DE5E6F9EE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74" y="6474619"/>
            <a:ext cx="2646798" cy="532356"/>
          </a:xfrm>
        </p:spPr>
        <p:txBody>
          <a:bodyPr vert="horz" lIns="0" tIns="0" rIns="0" bIns="0" rtlCol="0" anchor="t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100" b="0" i="0" u="none" strike="noStrike" cap="none" dirty="0">
                <a:latin typeface="+mj-lt"/>
                <a:ea typeface="Arial"/>
                <a:cs typeface="Arial"/>
                <a:sym typeface="Arial"/>
              </a:rPr>
              <a:t>@pwc.com</a:t>
            </a:r>
            <a:endParaRPr lang="en-US" sz="1100" b="0" i="0" u="none" strike="noStrike" cap="none" dirty="0">
              <a:latin typeface="+mj-lt"/>
              <a:ea typeface="Arial"/>
              <a:cs typeface="Arial"/>
            </a:endParaRPr>
          </a:p>
        </p:txBody>
      </p:sp>
      <p:pic>
        <p:nvPicPr>
          <p:cNvPr id="5" name="Graphic 4" descr="pwc logo">
            <a:extLst>
              <a:ext uri="{FF2B5EF4-FFF2-40B4-BE49-F238E27FC236}">
                <a16:creationId xmlns:a16="http://schemas.microsoft.com/office/drawing/2014/main" id="{5F1A4F7E-4D3C-BC74-CA78-E4758CF589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A2A28D-9D3A-78AB-2283-620D926083E3}"/>
              </a:ext>
            </a:extLst>
          </p:cNvPr>
          <p:cNvSpPr txBox="1"/>
          <p:nvPr/>
        </p:nvSpPr>
        <p:spPr>
          <a:xfrm>
            <a:off x="5637125" y="2773345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GB" sz="160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00430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4CE8-2233-13AB-33C4-5C9FCFB88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C539C5C9-35D0-1D8D-7159-7FC31FF1A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80058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9C5C9-35D0-1D8D-7159-7FC31FF1A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8165CB-D008-DDAE-3B2D-03A7BF820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/>
          <a:lstStyle/>
          <a:p>
            <a:fld id="{3E6AC032-1535-134B-A583-D5E1DDD0D16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3" name="Google Shape;1287;p14">
            <a:extLst>
              <a:ext uri="{FF2B5EF4-FFF2-40B4-BE49-F238E27FC236}">
                <a16:creationId xmlns:a16="http://schemas.microsoft.com/office/drawing/2014/main" id="{BF38EB66-37BA-4D8F-215E-ED2D0BCB25DA}"/>
              </a:ext>
            </a:extLst>
          </p:cNvPr>
          <p:cNvSpPr/>
          <p:nvPr/>
        </p:nvSpPr>
        <p:spPr>
          <a:xfrm>
            <a:off x="4754309" y="3274179"/>
            <a:ext cx="1416547" cy="129208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spcFirstLastPara="1" wrap="square" lIns="46800" tIns="45700" rIns="45700" bIns="4570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sym typeface="Helvetica Neue"/>
            </a:endParaRPr>
          </a:p>
        </p:txBody>
      </p:sp>
      <p:sp>
        <p:nvSpPr>
          <p:cNvPr id="24" name="Google Shape;1287;p14">
            <a:extLst>
              <a:ext uri="{FF2B5EF4-FFF2-40B4-BE49-F238E27FC236}">
                <a16:creationId xmlns:a16="http://schemas.microsoft.com/office/drawing/2014/main" id="{41B6B8F1-F659-3318-4EC9-DA843CD2EBC6}"/>
              </a:ext>
            </a:extLst>
          </p:cNvPr>
          <p:cNvSpPr/>
          <p:nvPr/>
        </p:nvSpPr>
        <p:spPr>
          <a:xfrm>
            <a:off x="4754309" y="5003056"/>
            <a:ext cx="1416547" cy="11755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spcFirstLastPara="1" wrap="square" lIns="46800" tIns="45700" rIns="45700" bIns="4570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sym typeface="Helvetica Neue"/>
            </a:endParaRPr>
          </a:p>
        </p:txBody>
      </p:sp>
      <p:sp>
        <p:nvSpPr>
          <p:cNvPr id="35" name="Title 6">
            <a:extLst>
              <a:ext uri="{FF2B5EF4-FFF2-40B4-BE49-F238E27FC236}">
                <a16:creationId xmlns:a16="http://schemas.microsoft.com/office/drawing/2014/main" id="{6B8FEC25-BEE7-53A1-2EB2-D635D7194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35" y="402336"/>
            <a:ext cx="12318109" cy="945367"/>
          </a:xfrm>
        </p:spPr>
        <p:txBody>
          <a:bodyPr vert="horz"/>
          <a:lstStyle/>
          <a:p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28DF01-B70C-5CA1-83B0-514101ACA205}"/>
              </a:ext>
            </a:extLst>
          </p:cNvPr>
          <p:cNvSpPr txBox="1"/>
          <p:nvPr/>
        </p:nvSpPr>
        <p:spPr>
          <a:xfrm>
            <a:off x="348350" y="917679"/>
            <a:ext cx="11302778" cy="43623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Helvetica Neue"/>
                <a:ea typeface="Georgia"/>
                <a:cs typeface="Georgia"/>
              </a:defRPr>
            </a:lvl1pPr>
          </a:lstStyle>
          <a:p>
            <a:endParaRPr lang="el-GR" sz="1800" dirty="0">
              <a:latin typeface="+mj-lt"/>
            </a:endParaRPr>
          </a:p>
        </p:txBody>
      </p:sp>
      <p:grpSp>
        <p:nvGrpSpPr>
          <p:cNvPr id="38" name="Google Shape;2785;p96">
            <a:extLst>
              <a:ext uri="{FF2B5EF4-FFF2-40B4-BE49-F238E27FC236}">
                <a16:creationId xmlns:a16="http://schemas.microsoft.com/office/drawing/2014/main" id="{A807C024-7F6B-39F4-7400-080CFF6E0950}"/>
              </a:ext>
            </a:extLst>
          </p:cNvPr>
          <p:cNvGrpSpPr/>
          <p:nvPr/>
        </p:nvGrpSpPr>
        <p:grpSpPr>
          <a:xfrm>
            <a:off x="236120" y="1712735"/>
            <a:ext cx="4045971" cy="4041116"/>
            <a:chOff x="5914956" y="4030022"/>
            <a:chExt cx="1554585" cy="1552720"/>
          </a:xfrm>
        </p:grpSpPr>
        <p:sp>
          <p:nvSpPr>
            <p:cNvPr id="39" name="Google Shape;2786;p96">
              <a:extLst>
                <a:ext uri="{FF2B5EF4-FFF2-40B4-BE49-F238E27FC236}">
                  <a16:creationId xmlns:a16="http://schemas.microsoft.com/office/drawing/2014/main" id="{C2F24176-F564-8616-0AA7-F3975EFC9E8E}"/>
                </a:ext>
              </a:extLst>
            </p:cNvPr>
            <p:cNvSpPr/>
            <p:nvPr/>
          </p:nvSpPr>
          <p:spPr>
            <a:xfrm>
              <a:off x="6620292" y="4113906"/>
              <a:ext cx="765432" cy="934714"/>
            </a:xfrm>
            <a:custGeom>
              <a:avLst/>
              <a:gdLst/>
              <a:ahLst/>
              <a:cxnLst/>
              <a:rect l="l" t="t" r="r" b="b"/>
              <a:pathLst>
                <a:path w="288" h="352" extrusionOk="0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A1A8B3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2787;p96">
              <a:extLst>
                <a:ext uri="{FF2B5EF4-FFF2-40B4-BE49-F238E27FC236}">
                  <a16:creationId xmlns:a16="http://schemas.microsoft.com/office/drawing/2014/main" id="{52A770D1-C0B8-FCDF-2A54-E8CDB3E80CFD}"/>
                </a:ext>
              </a:extLst>
            </p:cNvPr>
            <p:cNvSpPr/>
            <p:nvPr/>
          </p:nvSpPr>
          <p:spPr>
            <a:xfrm>
              <a:off x="6158502" y="4981855"/>
              <a:ext cx="1167125" cy="515290"/>
            </a:xfrm>
            <a:custGeom>
              <a:avLst/>
              <a:gdLst/>
              <a:ahLst/>
              <a:cxnLst/>
              <a:rect l="l" t="t" r="r" b="b"/>
              <a:pathLst>
                <a:path w="440" h="194" extrusionOk="0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FFAA72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2788;p96">
              <a:extLst>
                <a:ext uri="{FF2B5EF4-FFF2-40B4-BE49-F238E27FC236}">
                  <a16:creationId xmlns:a16="http://schemas.microsoft.com/office/drawing/2014/main" id="{E7551010-8B46-7E26-3374-4DD1113A4FBF}"/>
                </a:ext>
              </a:extLst>
            </p:cNvPr>
            <p:cNvSpPr/>
            <p:nvPr/>
          </p:nvSpPr>
          <p:spPr>
            <a:xfrm>
              <a:off x="5998773" y="4122466"/>
              <a:ext cx="673706" cy="1090499"/>
            </a:xfrm>
            <a:custGeom>
              <a:avLst/>
              <a:gdLst/>
              <a:ahLst/>
              <a:cxnLst/>
              <a:rect l="l" t="t" r="r" b="b"/>
              <a:pathLst>
                <a:path w="254" h="411" extrusionOk="0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FD5108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2789;p96">
              <a:extLst>
                <a:ext uri="{FF2B5EF4-FFF2-40B4-BE49-F238E27FC236}">
                  <a16:creationId xmlns:a16="http://schemas.microsoft.com/office/drawing/2014/main" id="{7B2DC1C0-732A-3CC3-8371-B270281FFFF9}"/>
                </a:ext>
              </a:extLst>
            </p:cNvPr>
            <p:cNvSpPr/>
            <p:nvPr/>
          </p:nvSpPr>
          <p:spPr>
            <a:xfrm>
              <a:off x="6572848" y="4030022"/>
              <a:ext cx="896693" cy="1018598"/>
            </a:xfrm>
            <a:custGeom>
              <a:avLst/>
              <a:gdLst/>
              <a:ahLst/>
              <a:cxnLst/>
              <a:rect l="l" t="t" r="r" b="b"/>
              <a:pathLst>
                <a:path w="338" h="384" extrusionOk="0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2790;p96">
              <a:extLst>
                <a:ext uri="{FF2B5EF4-FFF2-40B4-BE49-F238E27FC236}">
                  <a16:creationId xmlns:a16="http://schemas.microsoft.com/office/drawing/2014/main" id="{1279AF6E-7BF3-9A9F-3C05-C495B0DC0EAD}"/>
                </a:ext>
              </a:extLst>
            </p:cNvPr>
            <p:cNvSpPr/>
            <p:nvPr/>
          </p:nvSpPr>
          <p:spPr>
            <a:xfrm>
              <a:off x="6114221" y="5086282"/>
              <a:ext cx="1304713" cy="496460"/>
            </a:xfrm>
            <a:custGeom>
              <a:avLst/>
              <a:gdLst/>
              <a:ahLst/>
              <a:cxnLst/>
              <a:rect l="l" t="t" r="r" b="b"/>
              <a:pathLst>
                <a:path w="492" h="187" extrusionOk="0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2791;p96">
              <a:extLst>
                <a:ext uri="{FF2B5EF4-FFF2-40B4-BE49-F238E27FC236}">
                  <a16:creationId xmlns:a16="http://schemas.microsoft.com/office/drawing/2014/main" id="{DF23F31F-8077-FBFD-330A-277FF88416F6}"/>
                </a:ext>
              </a:extLst>
            </p:cNvPr>
            <p:cNvSpPr/>
            <p:nvPr/>
          </p:nvSpPr>
          <p:spPr>
            <a:xfrm>
              <a:off x="5914956" y="4045429"/>
              <a:ext cx="665799" cy="1247998"/>
            </a:xfrm>
            <a:custGeom>
              <a:avLst/>
              <a:gdLst/>
              <a:ahLst/>
              <a:cxnLst/>
              <a:rect l="l" t="t" r="r" b="b"/>
              <a:pathLst>
                <a:path w="251" h="470" extrusionOk="0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2792;p96">
              <a:extLst>
                <a:ext uri="{FF2B5EF4-FFF2-40B4-BE49-F238E27FC236}">
                  <a16:creationId xmlns:a16="http://schemas.microsoft.com/office/drawing/2014/main" id="{F998A20E-CB17-48D0-659C-361E15DC2847}"/>
                </a:ext>
              </a:extLst>
            </p:cNvPr>
            <p:cNvSpPr/>
            <p:nvPr/>
          </p:nvSpPr>
          <p:spPr>
            <a:xfrm>
              <a:off x="6409956" y="4521345"/>
              <a:ext cx="566166" cy="564937"/>
            </a:xfrm>
            <a:prstGeom prst="ellipse">
              <a:avLst/>
            </a:prstGeom>
            <a:solidFill>
              <a:srgbClr val="EAE8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77800" marR="0" lvl="0" indent="-17780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1285;p14">
            <a:extLst>
              <a:ext uri="{FF2B5EF4-FFF2-40B4-BE49-F238E27FC236}">
                <a16:creationId xmlns:a16="http://schemas.microsoft.com/office/drawing/2014/main" id="{85857BFC-5102-F438-63A0-34B7A07EE590}"/>
              </a:ext>
            </a:extLst>
          </p:cNvPr>
          <p:cNvSpPr/>
          <p:nvPr/>
        </p:nvSpPr>
        <p:spPr>
          <a:xfrm>
            <a:off x="6367953" y="1671816"/>
            <a:ext cx="5679375" cy="11809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tabLst/>
              <a:defRPr/>
            </a:pPr>
            <a:endParaRPr kumimoji="0" lang="en-GB" sz="11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1287;p14">
            <a:extLst>
              <a:ext uri="{FF2B5EF4-FFF2-40B4-BE49-F238E27FC236}">
                <a16:creationId xmlns:a16="http://schemas.microsoft.com/office/drawing/2014/main" id="{6A86641D-5AD4-D074-3531-9B03480041A9}"/>
              </a:ext>
            </a:extLst>
          </p:cNvPr>
          <p:cNvSpPr/>
          <p:nvPr/>
        </p:nvSpPr>
        <p:spPr>
          <a:xfrm>
            <a:off x="4754310" y="1671870"/>
            <a:ext cx="1416547" cy="118091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spcFirstLastPara="1" wrap="square" lIns="46800" tIns="45700" rIns="45700" bIns="4570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1317;p14">
            <a:extLst>
              <a:ext uri="{FF2B5EF4-FFF2-40B4-BE49-F238E27FC236}">
                <a16:creationId xmlns:a16="http://schemas.microsoft.com/office/drawing/2014/main" id="{A72003B0-A212-A3AD-C35F-1B52B36ACE85}"/>
              </a:ext>
            </a:extLst>
          </p:cNvPr>
          <p:cNvSpPr/>
          <p:nvPr/>
        </p:nvSpPr>
        <p:spPr>
          <a:xfrm>
            <a:off x="6197834" y="1671816"/>
            <a:ext cx="170119" cy="1180914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3" name="Google Shape;1288;p14">
            <a:extLst>
              <a:ext uri="{FF2B5EF4-FFF2-40B4-BE49-F238E27FC236}">
                <a16:creationId xmlns:a16="http://schemas.microsoft.com/office/drawing/2014/main" id="{F65E12DE-23E0-526D-2CD8-1FAE24EA72CA}"/>
              </a:ext>
            </a:extLst>
          </p:cNvPr>
          <p:cNvSpPr/>
          <p:nvPr/>
        </p:nvSpPr>
        <p:spPr>
          <a:xfrm>
            <a:off x="6370556" y="3274124"/>
            <a:ext cx="5676771" cy="1292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tabLst/>
              <a:defRPr/>
            </a:pPr>
            <a:endParaRPr kumimoji="0" lang="en-GB" sz="11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1317;p14">
            <a:extLst>
              <a:ext uri="{FF2B5EF4-FFF2-40B4-BE49-F238E27FC236}">
                <a16:creationId xmlns:a16="http://schemas.microsoft.com/office/drawing/2014/main" id="{AE4A2DC7-5D16-9843-29AF-4AABB87033C7}"/>
              </a:ext>
            </a:extLst>
          </p:cNvPr>
          <p:cNvSpPr/>
          <p:nvPr/>
        </p:nvSpPr>
        <p:spPr>
          <a:xfrm>
            <a:off x="6200438" y="3274179"/>
            <a:ext cx="167516" cy="1292088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6" name="Google Shape;1307;p14">
            <a:extLst>
              <a:ext uri="{FF2B5EF4-FFF2-40B4-BE49-F238E27FC236}">
                <a16:creationId xmlns:a16="http://schemas.microsoft.com/office/drawing/2014/main" id="{EBA155E0-5E9A-4876-AF38-3D7D8A3156EC}"/>
              </a:ext>
            </a:extLst>
          </p:cNvPr>
          <p:cNvSpPr/>
          <p:nvPr/>
        </p:nvSpPr>
        <p:spPr>
          <a:xfrm>
            <a:off x="6368377" y="5003056"/>
            <a:ext cx="5676771" cy="11809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tabLst/>
              <a:defRPr/>
            </a:pPr>
            <a:endParaRPr kumimoji="0" lang="en-GB" sz="11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1317;p14">
            <a:extLst>
              <a:ext uri="{FF2B5EF4-FFF2-40B4-BE49-F238E27FC236}">
                <a16:creationId xmlns:a16="http://schemas.microsoft.com/office/drawing/2014/main" id="{2E08AEAB-9419-88C6-AC7C-33D25BFA5338}"/>
              </a:ext>
            </a:extLst>
          </p:cNvPr>
          <p:cNvSpPr/>
          <p:nvPr/>
        </p:nvSpPr>
        <p:spPr>
          <a:xfrm>
            <a:off x="6198258" y="5003056"/>
            <a:ext cx="170119" cy="1180914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1" name="Google Shape;1317;p14">
            <a:extLst>
              <a:ext uri="{FF2B5EF4-FFF2-40B4-BE49-F238E27FC236}">
                <a16:creationId xmlns:a16="http://schemas.microsoft.com/office/drawing/2014/main" id="{B3A5585B-E07A-02FC-FA65-40D9ECB7F9EC}"/>
              </a:ext>
            </a:extLst>
          </p:cNvPr>
          <p:cNvSpPr/>
          <p:nvPr/>
        </p:nvSpPr>
        <p:spPr>
          <a:xfrm>
            <a:off x="12047329" y="1671816"/>
            <a:ext cx="150387" cy="1180914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2" name="Google Shape;1317;p14">
            <a:extLst>
              <a:ext uri="{FF2B5EF4-FFF2-40B4-BE49-F238E27FC236}">
                <a16:creationId xmlns:a16="http://schemas.microsoft.com/office/drawing/2014/main" id="{AA945A82-A305-A3A4-D4ED-BE50F025A0A7}"/>
              </a:ext>
            </a:extLst>
          </p:cNvPr>
          <p:cNvSpPr/>
          <p:nvPr/>
        </p:nvSpPr>
        <p:spPr>
          <a:xfrm>
            <a:off x="12047329" y="3274178"/>
            <a:ext cx="144671" cy="1292033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3" name="Google Shape;1317;p14">
            <a:extLst>
              <a:ext uri="{FF2B5EF4-FFF2-40B4-BE49-F238E27FC236}">
                <a16:creationId xmlns:a16="http://schemas.microsoft.com/office/drawing/2014/main" id="{8ACABF13-8D77-0157-BC54-FEB9688B1869}"/>
              </a:ext>
            </a:extLst>
          </p:cNvPr>
          <p:cNvSpPr/>
          <p:nvPr/>
        </p:nvSpPr>
        <p:spPr>
          <a:xfrm>
            <a:off x="12047329" y="4997681"/>
            <a:ext cx="150387" cy="1180914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5" name="Google Shape;2863;p96">
            <a:extLst>
              <a:ext uri="{FF2B5EF4-FFF2-40B4-BE49-F238E27FC236}">
                <a16:creationId xmlns:a16="http://schemas.microsoft.com/office/drawing/2014/main" id="{B686D704-77C3-02B8-25C7-FE78D5D150D0}"/>
              </a:ext>
            </a:extLst>
          </p:cNvPr>
          <p:cNvSpPr/>
          <p:nvPr/>
        </p:nvSpPr>
        <p:spPr>
          <a:xfrm>
            <a:off x="3163477" y="3788549"/>
            <a:ext cx="322884" cy="316656"/>
          </a:xfrm>
          <a:prstGeom prst="ellipse">
            <a:avLst/>
          </a:prstGeom>
          <a:solidFill>
            <a:srgbClr val="59595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1200" b="1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2</a:t>
            </a:r>
            <a:endParaRPr lang="en-GB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6" name="Google Shape;2863;p96">
            <a:extLst>
              <a:ext uri="{FF2B5EF4-FFF2-40B4-BE49-F238E27FC236}">
                <a16:creationId xmlns:a16="http://schemas.microsoft.com/office/drawing/2014/main" id="{FB10B6C2-8683-591A-9BEE-C1F909BDA09B}"/>
              </a:ext>
            </a:extLst>
          </p:cNvPr>
          <p:cNvSpPr/>
          <p:nvPr/>
        </p:nvSpPr>
        <p:spPr>
          <a:xfrm>
            <a:off x="1342507" y="4333819"/>
            <a:ext cx="322884" cy="316656"/>
          </a:xfrm>
          <a:prstGeom prst="ellipse">
            <a:avLst/>
          </a:prstGeom>
          <a:solidFill>
            <a:srgbClr val="59595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1200" b="1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3</a:t>
            </a:r>
            <a:endParaRPr lang="en-GB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7" name="Google Shape;2863;p96">
            <a:extLst>
              <a:ext uri="{FF2B5EF4-FFF2-40B4-BE49-F238E27FC236}">
                <a16:creationId xmlns:a16="http://schemas.microsoft.com/office/drawing/2014/main" id="{5EEF8786-F358-71EB-AA35-CA8FF7413BEC}"/>
              </a:ext>
            </a:extLst>
          </p:cNvPr>
          <p:cNvSpPr/>
          <p:nvPr/>
        </p:nvSpPr>
        <p:spPr>
          <a:xfrm>
            <a:off x="1751256" y="2531946"/>
            <a:ext cx="322884" cy="316656"/>
          </a:xfrm>
          <a:prstGeom prst="ellipse">
            <a:avLst/>
          </a:prstGeom>
          <a:solidFill>
            <a:srgbClr val="59595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1200" b="1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1</a:t>
            </a:r>
            <a:endParaRPr lang="en-GB" sz="11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8" name="Google Shape;2863;p96">
            <a:extLst>
              <a:ext uri="{FF2B5EF4-FFF2-40B4-BE49-F238E27FC236}">
                <a16:creationId xmlns:a16="http://schemas.microsoft.com/office/drawing/2014/main" id="{AA564CC6-C1CB-BB97-CEDF-CEA2B949844C}"/>
              </a:ext>
            </a:extLst>
          </p:cNvPr>
          <p:cNvSpPr/>
          <p:nvPr/>
        </p:nvSpPr>
        <p:spPr>
          <a:xfrm>
            <a:off x="4567256" y="1538789"/>
            <a:ext cx="373471" cy="366267"/>
          </a:xfrm>
          <a:prstGeom prst="ellipse">
            <a:avLst/>
          </a:prstGeom>
          <a:solidFill>
            <a:srgbClr val="FD510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1600" b="1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1</a:t>
            </a:r>
            <a:endParaRPr lang="en-GB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9" name="Google Shape;2863;p96">
            <a:extLst>
              <a:ext uri="{FF2B5EF4-FFF2-40B4-BE49-F238E27FC236}">
                <a16:creationId xmlns:a16="http://schemas.microsoft.com/office/drawing/2014/main" id="{B1631689-7757-11C2-1554-B8B8F1174AC0}"/>
              </a:ext>
            </a:extLst>
          </p:cNvPr>
          <p:cNvSpPr/>
          <p:nvPr/>
        </p:nvSpPr>
        <p:spPr>
          <a:xfrm>
            <a:off x="4578122" y="3111349"/>
            <a:ext cx="373471" cy="366267"/>
          </a:xfrm>
          <a:prstGeom prst="ellipse">
            <a:avLst/>
          </a:prstGeom>
          <a:solidFill>
            <a:srgbClr val="A1A8B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1600" b="1" i="0" u="none" strike="noStrike" cap="none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2</a:t>
            </a:r>
            <a:endParaRPr lang="en-GB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0" name="Google Shape;2863;p96">
            <a:extLst>
              <a:ext uri="{FF2B5EF4-FFF2-40B4-BE49-F238E27FC236}">
                <a16:creationId xmlns:a16="http://schemas.microsoft.com/office/drawing/2014/main" id="{2DC11689-591F-F55B-5665-749E8A679688}"/>
              </a:ext>
            </a:extLst>
          </p:cNvPr>
          <p:cNvSpPr/>
          <p:nvPr/>
        </p:nvSpPr>
        <p:spPr>
          <a:xfrm>
            <a:off x="4578570" y="4858571"/>
            <a:ext cx="373471" cy="366267"/>
          </a:xfrm>
          <a:prstGeom prst="ellipse">
            <a:avLst/>
          </a:prstGeom>
          <a:solidFill>
            <a:srgbClr val="FFAA7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1600" b="1" i="0" u="none" strike="noStrike" cap="none">
                <a:latin typeface="+mj-lt"/>
                <a:ea typeface="Arial"/>
                <a:cs typeface="Arial"/>
                <a:sym typeface="Arial"/>
              </a:rPr>
              <a:t>3</a:t>
            </a:r>
            <a:endParaRPr lang="en-GB" sz="1400">
              <a:latin typeface="+mj-lt"/>
            </a:endParaRPr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6901E8F7-CE5D-2BFB-1753-9A19280955D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1656" y="1758868"/>
            <a:ext cx="468000" cy="468000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27584235-4599-155D-A6B1-3ADF531F6A7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620" y="2646473"/>
            <a:ext cx="355600" cy="35560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9FEDACC9-3F3E-6F60-C56D-DDC736708642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66040" y="2483682"/>
            <a:ext cx="359999" cy="359999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38D7BDA3-3165-75DE-D1E2-97C4463D5506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51419" y="3396526"/>
            <a:ext cx="468000" cy="468000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D71CBBF2-695C-080B-920E-CA40C5AB60CB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20580" y="3167139"/>
            <a:ext cx="486910" cy="48691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5645E-8786-0F8A-8C45-77530707D46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27408" y="5158537"/>
            <a:ext cx="493599" cy="49359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575E8F8-BAF5-52F1-FDC5-0C826350C36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23462" y="4777818"/>
            <a:ext cx="383005" cy="38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85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CDB4-DD2E-5339-39E4-ABBA80C98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BCF79-F87E-A0CC-6FD1-B727FFDA3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04355E5E-9ADE-7C91-173A-C41D0DF277B1}"/>
              </a:ext>
            </a:extLst>
          </p:cNvPr>
          <p:cNvSpPr/>
          <p:nvPr/>
        </p:nvSpPr>
        <p:spPr>
          <a:xfrm>
            <a:off x="784672" y="4117817"/>
            <a:ext cx="2343076" cy="847725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3986D13-8BE6-DA55-0E1F-1A0312727DB1}"/>
              </a:ext>
            </a:extLst>
          </p:cNvPr>
          <p:cNvSpPr/>
          <p:nvPr/>
        </p:nvSpPr>
        <p:spPr>
          <a:xfrm>
            <a:off x="832297" y="4165442"/>
            <a:ext cx="2247826" cy="9525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4" name="Google Shape;11011;p530">
            <a:extLst>
              <a:ext uri="{FF2B5EF4-FFF2-40B4-BE49-F238E27FC236}">
                <a16:creationId xmlns:a16="http://schemas.microsoft.com/office/drawing/2014/main" id="{87EB2FD2-E0B3-7CF4-F6B2-EF9EC5C80528}"/>
              </a:ext>
            </a:extLst>
          </p:cNvPr>
          <p:cNvGrpSpPr/>
          <p:nvPr/>
        </p:nvGrpSpPr>
        <p:grpSpPr>
          <a:xfrm>
            <a:off x="254367" y="2341646"/>
            <a:ext cx="11683266" cy="4122559"/>
            <a:chOff x="156597" y="2339495"/>
            <a:chExt cx="10640497" cy="4105917"/>
          </a:xfrm>
        </p:grpSpPr>
        <p:sp>
          <p:nvSpPr>
            <p:cNvPr id="55" name="Google Shape;11012;p530">
              <a:extLst>
                <a:ext uri="{FF2B5EF4-FFF2-40B4-BE49-F238E27FC236}">
                  <a16:creationId xmlns:a16="http://schemas.microsoft.com/office/drawing/2014/main" id="{8EF03B87-9271-7399-F8A6-F02F367736F6}"/>
                </a:ext>
              </a:extLst>
            </p:cNvPr>
            <p:cNvSpPr/>
            <p:nvPr/>
          </p:nvSpPr>
          <p:spPr>
            <a:xfrm>
              <a:off x="156597" y="2693251"/>
              <a:ext cx="10640497" cy="3589591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8167" tIns="39067" rIns="78167" bIns="39067" anchor="t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B0604020202020204" charset="0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56" name="Google Shape;11013;p530">
              <a:extLst>
                <a:ext uri="{FF2B5EF4-FFF2-40B4-BE49-F238E27FC236}">
                  <a16:creationId xmlns:a16="http://schemas.microsoft.com/office/drawing/2014/main" id="{926795DA-5B52-8FD3-2829-0D0D23F41695}"/>
                </a:ext>
              </a:extLst>
            </p:cNvPr>
            <p:cNvGrpSpPr/>
            <p:nvPr/>
          </p:nvGrpSpPr>
          <p:grpSpPr>
            <a:xfrm>
              <a:off x="3659742" y="2339495"/>
              <a:ext cx="1614949" cy="1242430"/>
              <a:chOff x="5309199" y="2339495"/>
              <a:chExt cx="1614949" cy="1242430"/>
            </a:xfrm>
          </p:grpSpPr>
          <p:sp>
            <p:nvSpPr>
              <p:cNvPr id="86" name="Google Shape;11014;p530">
                <a:extLst>
                  <a:ext uri="{FF2B5EF4-FFF2-40B4-BE49-F238E27FC236}">
                    <a16:creationId xmlns:a16="http://schemas.microsoft.com/office/drawing/2014/main" id="{C8737DB5-A5A5-1F46-18CF-F19D03BE21CF}"/>
                  </a:ext>
                </a:extLst>
              </p:cNvPr>
              <p:cNvSpPr/>
              <p:nvPr/>
            </p:nvSpPr>
            <p:spPr>
              <a:xfrm>
                <a:off x="5309199" y="2339495"/>
                <a:ext cx="748314" cy="343222"/>
              </a:xfrm>
              <a:custGeom>
                <a:avLst/>
                <a:gdLst/>
                <a:ahLst/>
                <a:cxnLst/>
                <a:rect l="l" t="t" r="r" b="b"/>
                <a:pathLst>
                  <a:path w="836" h="282" extrusionOk="0">
                    <a:moveTo>
                      <a:pt x="0" y="282"/>
                    </a:moveTo>
                    <a:lnTo>
                      <a:pt x="836" y="282"/>
                    </a:lnTo>
                    <a:lnTo>
                      <a:pt x="836" y="0"/>
                    </a:lnTo>
                    <a:lnTo>
                      <a:pt x="268" y="0"/>
                    </a:lnTo>
                    <a:lnTo>
                      <a:pt x="268" y="0"/>
                    </a:lnTo>
                    <a:lnTo>
                      <a:pt x="262" y="2"/>
                    </a:lnTo>
                    <a:lnTo>
                      <a:pt x="242" y="4"/>
                    </a:lnTo>
                    <a:lnTo>
                      <a:pt x="228" y="8"/>
                    </a:lnTo>
                    <a:lnTo>
                      <a:pt x="210" y="14"/>
                    </a:lnTo>
                    <a:lnTo>
                      <a:pt x="192" y="22"/>
                    </a:lnTo>
                    <a:lnTo>
                      <a:pt x="172" y="32"/>
                    </a:lnTo>
                    <a:lnTo>
                      <a:pt x="152" y="48"/>
                    </a:lnTo>
                    <a:lnTo>
                      <a:pt x="130" y="66"/>
                    </a:lnTo>
                    <a:lnTo>
                      <a:pt x="108" y="88"/>
                    </a:lnTo>
                    <a:lnTo>
                      <a:pt x="84" y="116"/>
                    </a:lnTo>
                    <a:lnTo>
                      <a:pt x="62" y="148"/>
                    </a:lnTo>
                    <a:lnTo>
                      <a:pt x="40" y="186"/>
                    </a:lnTo>
                    <a:lnTo>
                      <a:pt x="20" y="230"/>
                    </a:lnTo>
                    <a:lnTo>
                      <a:pt x="0" y="282"/>
                    </a:lnTo>
                    <a:lnTo>
                      <a:pt x="0" y="2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78167" tIns="39067" rIns="78167" bIns="39067" anchor="t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Tx/>
                  <a:buNone/>
                  <a:tabLst/>
                  <a:defRPr/>
                </a:pPr>
                <a:endPara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B0604020202020204" charset="0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87" name="Google Shape;11015;p530">
                <a:extLst>
                  <a:ext uri="{FF2B5EF4-FFF2-40B4-BE49-F238E27FC236}">
                    <a16:creationId xmlns:a16="http://schemas.microsoft.com/office/drawing/2014/main" id="{5907B957-EC0A-CF7C-9AE8-11FD7D8081D4}"/>
                  </a:ext>
                </a:extLst>
              </p:cNvPr>
              <p:cNvSpPr/>
              <p:nvPr/>
            </p:nvSpPr>
            <p:spPr>
              <a:xfrm>
                <a:off x="5442996" y="2345253"/>
                <a:ext cx="1481152" cy="1236672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1206" extrusionOk="0">
                    <a:moveTo>
                      <a:pt x="1964" y="1116"/>
                    </a:moveTo>
                    <a:lnTo>
                      <a:pt x="1962" y="394"/>
                    </a:lnTo>
                    <a:lnTo>
                      <a:pt x="1962" y="394"/>
                    </a:lnTo>
                    <a:lnTo>
                      <a:pt x="1960" y="384"/>
                    </a:lnTo>
                    <a:lnTo>
                      <a:pt x="1958" y="376"/>
                    </a:lnTo>
                    <a:lnTo>
                      <a:pt x="1954" y="368"/>
                    </a:lnTo>
                    <a:lnTo>
                      <a:pt x="1948" y="362"/>
                    </a:lnTo>
                    <a:lnTo>
                      <a:pt x="1948" y="362"/>
                    </a:lnTo>
                    <a:lnTo>
                      <a:pt x="1940" y="354"/>
                    </a:lnTo>
                    <a:lnTo>
                      <a:pt x="1932" y="350"/>
                    </a:lnTo>
                    <a:lnTo>
                      <a:pt x="1922" y="348"/>
                    </a:lnTo>
                    <a:lnTo>
                      <a:pt x="1912" y="346"/>
                    </a:lnTo>
                    <a:lnTo>
                      <a:pt x="1904" y="348"/>
                    </a:lnTo>
                    <a:lnTo>
                      <a:pt x="1894" y="350"/>
                    </a:lnTo>
                    <a:lnTo>
                      <a:pt x="1884" y="354"/>
                    </a:lnTo>
                    <a:lnTo>
                      <a:pt x="1876" y="360"/>
                    </a:lnTo>
                    <a:lnTo>
                      <a:pt x="1782" y="456"/>
                    </a:lnTo>
                    <a:lnTo>
                      <a:pt x="1738" y="410"/>
                    </a:lnTo>
                    <a:lnTo>
                      <a:pt x="1738" y="410"/>
                    </a:lnTo>
                    <a:lnTo>
                      <a:pt x="1444" y="116"/>
                    </a:lnTo>
                    <a:lnTo>
                      <a:pt x="1444" y="116"/>
                    </a:lnTo>
                    <a:lnTo>
                      <a:pt x="1402" y="76"/>
                    </a:lnTo>
                    <a:lnTo>
                      <a:pt x="1380" y="58"/>
                    </a:lnTo>
                    <a:lnTo>
                      <a:pt x="1356" y="40"/>
                    </a:lnTo>
                    <a:lnTo>
                      <a:pt x="1332" y="26"/>
                    </a:lnTo>
                    <a:lnTo>
                      <a:pt x="1310" y="14"/>
                    </a:lnTo>
                    <a:lnTo>
                      <a:pt x="1286" y="6"/>
                    </a:lnTo>
                    <a:lnTo>
                      <a:pt x="1276" y="4"/>
                    </a:lnTo>
                    <a:lnTo>
                      <a:pt x="1264" y="4"/>
                    </a:lnTo>
                    <a:lnTo>
                      <a:pt x="1264" y="4"/>
                    </a:lnTo>
                    <a:lnTo>
                      <a:pt x="716" y="2"/>
                    </a:lnTo>
                    <a:lnTo>
                      <a:pt x="334" y="0"/>
                    </a:lnTo>
                    <a:lnTo>
                      <a:pt x="200" y="0"/>
                    </a:lnTo>
                    <a:lnTo>
                      <a:pt x="138" y="2"/>
                    </a:lnTo>
                    <a:lnTo>
                      <a:pt x="138" y="2"/>
                    </a:lnTo>
                    <a:lnTo>
                      <a:pt x="114" y="4"/>
                    </a:lnTo>
                    <a:lnTo>
                      <a:pt x="92" y="8"/>
                    </a:lnTo>
                    <a:lnTo>
                      <a:pt x="74" y="12"/>
                    </a:lnTo>
                    <a:lnTo>
                      <a:pt x="58" y="18"/>
                    </a:lnTo>
                    <a:lnTo>
                      <a:pt x="42" y="26"/>
                    </a:lnTo>
                    <a:lnTo>
                      <a:pt x="28" y="34"/>
                    </a:lnTo>
                    <a:lnTo>
                      <a:pt x="0" y="52"/>
                    </a:lnTo>
                    <a:lnTo>
                      <a:pt x="0" y="52"/>
                    </a:lnTo>
                    <a:lnTo>
                      <a:pt x="16" y="44"/>
                    </a:lnTo>
                    <a:lnTo>
                      <a:pt x="36" y="36"/>
                    </a:lnTo>
                    <a:lnTo>
                      <a:pt x="54" y="30"/>
                    </a:lnTo>
                    <a:lnTo>
                      <a:pt x="74" y="28"/>
                    </a:lnTo>
                    <a:lnTo>
                      <a:pt x="92" y="26"/>
                    </a:lnTo>
                    <a:lnTo>
                      <a:pt x="112" y="26"/>
                    </a:lnTo>
                    <a:lnTo>
                      <a:pt x="132" y="28"/>
                    </a:lnTo>
                    <a:lnTo>
                      <a:pt x="152" y="32"/>
                    </a:lnTo>
                    <a:lnTo>
                      <a:pt x="172" y="38"/>
                    </a:lnTo>
                    <a:lnTo>
                      <a:pt x="194" y="44"/>
                    </a:lnTo>
                    <a:lnTo>
                      <a:pt x="214" y="54"/>
                    </a:lnTo>
                    <a:lnTo>
                      <a:pt x="234" y="66"/>
                    </a:lnTo>
                    <a:lnTo>
                      <a:pt x="256" y="80"/>
                    </a:lnTo>
                    <a:lnTo>
                      <a:pt x="276" y="94"/>
                    </a:lnTo>
                    <a:lnTo>
                      <a:pt x="298" y="112"/>
                    </a:lnTo>
                    <a:lnTo>
                      <a:pt x="318" y="132"/>
                    </a:lnTo>
                    <a:lnTo>
                      <a:pt x="1212" y="1026"/>
                    </a:lnTo>
                    <a:lnTo>
                      <a:pt x="1120" y="1118"/>
                    </a:lnTo>
                    <a:lnTo>
                      <a:pt x="1120" y="1118"/>
                    </a:lnTo>
                    <a:lnTo>
                      <a:pt x="1114" y="1126"/>
                    </a:lnTo>
                    <a:lnTo>
                      <a:pt x="1108" y="1136"/>
                    </a:lnTo>
                    <a:lnTo>
                      <a:pt x="1106" y="1146"/>
                    </a:lnTo>
                    <a:lnTo>
                      <a:pt x="1104" y="1154"/>
                    </a:lnTo>
                    <a:lnTo>
                      <a:pt x="1106" y="1164"/>
                    </a:lnTo>
                    <a:lnTo>
                      <a:pt x="1108" y="1174"/>
                    </a:lnTo>
                    <a:lnTo>
                      <a:pt x="1112" y="1182"/>
                    </a:lnTo>
                    <a:lnTo>
                      <a:pt x="1118" y="1190"/>
                    </a:lnTo>
                    <a:lnTo>
                      <a:pt x="1118" y="1190"/>
                    </a:lnTo>
                    <a:lnTo>
                      <a:pt x="1126" y="1194"/>
                    </a:lnTo>
                    <a:lnTo>
                      <a:pt x="1134" y="1200"/>
                    </a:lnTo>
                    <a:lnTo>
                      <a:pt x="1142" y="1202"/>
                    </a:lnTo>
                    <a:lnTo>
                      <a:pt x="1152" y="1204"/>
                    </a:lnTo>
                    <a:lnTo>
                      <a:pt x="1874" y="1206"/>
                    </a:lnTo>
                    <a:lnTo>
                      <a:pt x="1874" y="1206"/>
                    </a:lnTo>
                    <a:lnTo>
                      <a:pt x="1892" y="1206"/>
                    </a:lnTo>
                    <a:lnTo>
                      <a:pt x="1910" y="1202"/>
                    </a:lnTo>
                    <a:lnTo>
                      <a:pt x="1926" y="1194"/>
                    </a:lnTo>
                    <a:lnTo>
                      <a:pt x="1940" y="1182"/>
                    </a:lnTo>
                    <a:lnTo>
                      <a:pt x="1940" y="1182"/>
                    </a:lnTo>
                    <a:lnTo>
                      <a:pt x="1952" y="1168"/>
                    </a:lnTo>
                    <a:lnTo>
                      <a:pt x="1960" y="1152"/>
                    </a:lnTo>
                    <a:lnTo>
                      <a:pt x="1964" y="1134"/>
                    </a:lnTo>
                    <a:lnTo>
                      <a:pt x="1964" y="1116"/>
                    </a:lnTo>
                    <a:lnTo>
                      <a:pt x="1964" y="1116"/>
                    </a:lnTo>
                    <a:close/>
                  </a:path>
                </a:pathLst>
              </a:custGeom>
              <a:solidFill>
                <a:srgbClr val="FE7C39"/>
              </a:solidFill>
              <a:ln>
                <a:noFill/>
              </a:ln>
            </p:spPr>
            <p:txBody>
              <a:bodyPr spcFirstLastPara="1" wrap="square" lIns="78167" tIns="39067" rIns="78167" bIns="39067" anchor="t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Tx/>
                  <a:buNone/>
                  <a:tabLst/>
                  <a:defRPr/>
                </a:pPr>
                <a:endPara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B0604020202020204" charset="0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57" name="Google Shape;11017;p530">
              <a:extLst>
                <a:ext uri="{FF2B5EF4-FFF2-40B4-BE49-F238E27FC236}">
                  <a16:creationId xmlns:a16="http://schemas.microsoft.com/office/drawing/2014/main" id="{C6B6C9CC-DF2E-02FD-8ACA-07C7AFBBA428}"/>
                </a:ext>
              </a:extLst>
            </p:cNvPr>
            <p:cNvGrpSpPr/>
            <p:nvPr/>
          </p:nvGrpSpPr>
          <p:grpSpPr>
            <a:xfrm>
              <a:off x="5313243" y="5208740"/>
              <a:ext cx="1586440" cy="1236672"/>
              <a:chOff x="3799259" y="5208740"/>
              <a:chExt cx="1586440" cy="1236672"/>
            </a:xfrm>
          </p:grpSpPr>
          <p:sp>
            <p:nvSpPr>
              <p:cNvPr id="83" name="Google Shape;11018;p530">
                <a:extLst>
                  <a:ext uri="{FF2B5EF4-FFF2-40B4-BE49-F238E27FC236}">
                    <a16:creationId xmlns:a16="http://schemas.microsoft.com/office/drawing/2014/main" id="{2E06E582-0FBB-A029-C1AB-F9B0D5FDBCF6}"/>
                  </a:ext>
                </a:extLst>
              </p:cNvPr>
              <p:cNvSpPr/>
              <p:nvPr/>
            </p:nvSpPr>
            <p:spPr>
              <a:xfrm>
                <a:off x="4637386" y="6282842"/>
                <a:ext cx="748313" cy="151951"/>
              </a:xfrm>
              <a:custGeom>
                <a:avLst/>
                <a:gdLst/>
                <a:ahLst/>
                <a:cxnLst/>
                <a:rect l="l" t="t" r="r" b="b"/>
                <a:pathLst>
                  <a:path w="836" h="280" extrusionOk="0">
                    <a:moveTo>
                      <a:pt x="836" y="0"/>
                    </a:moveTo>
                    <a:lnTo>
                      <a:pt x="0" y="0"/>
                    </a:lnTo>
                    <a:lnTo>
                      <a:pt x="0" y="280"/>
                    </a:lnTo>
                    <a:lnTo>
                      <a:pt x="566" y="280"/>
                    </a:lnTo>
                    <a:lnTo>
                      <a:pt x="566" y="280"/>
                    </a:lnTo>
                    <a:lnTo>
                      <a:pt x="574" y="280"/>
                    </a:lnTo>
                    <a:lnTo>
                      <a:pt x="594" y="276"/>
                    </a:lnTo>
                    <a:lnTo>
                      <a:pt x="608" y="274"/>
                    </a:lnTo>
                    <a:lnTo>
                      <a:pt x="624" y="268"/>
                    </a:lnTo>
                    <a:lnTo>
                      <a:pt x="644" y="260"/>
                    </a:lnTo>
                    <a:lnTo>
                      <a:pt x="662" y="248"/>
                    </a:lnTo>
                    <a:lnTo>
                      <a:pt x="684" y="234"/>
                    </a:lnTo>
                    <a:lnTo>
                      <a:pt x="706" y="216"/>
                    </a:lnTo>
                    <a:lnTo>
                      <a:pt x="728" y="192"/>
                    </a:lnTo>
                    <a:lnTo>
                      <a:pt x="750" y="166"/>
                    </a:lnTo>
                    <a:lnTo>
                      <a:pt x="774" y="132"/>
                    </a:lnTo>
                    <a:lnTo>
                      <a:pt x="796" y="94"/>
                    </a:lnTo>
                    <a:lnTo>
                      <a:pt x="816" y="50"/>
                    </a:lnTo>
                    <a:lnTo>
                      <a:pt x="836" y="0"/>
                    </a:lnTo>
                    <a:lnTo>
                      <a:pt x="83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78167" tIns="39067" rIns="78167" bIns="39067" anchor="t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Tx/>
                  <a:buNone/>
                  <a:tabLst/>
                  <a:defRPr/>
                </a:pPr>
                <a:endPara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B0604020202020204" charset="0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84" name="Google Shape;11019;p530">
                <a:extLst>
                  <a:ext uri="{FF2B5EF4-FFF2-40B4-BE49-F238E27FC236}">
                    <a16:creationId xmlns:a16="http://schemas.microsoft.com/office/drawing/2014/main" id="{17FEEBDB-0FB8-0319-B0F8-95AE591D28C1}"/>
                  </a:ext>
                </a:extLst>
              </p:cNvPr>
              <p:cNvSpPr/>
              <p:nvPr/>
            </p:nvSpPr>
            <p:spPr>
              <a:xfrm>
                <a:off x="3799259" y="5208740"/>
                <a:ext cx="1481151" cy="1236672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1206" extrusionOk="0">
                    <a:moveTo>
                      <a:pt x="0" y="90"/>
                    </a:moveTo>
                    <a:lnTo>
                      <a:pt x="2" y="812"/>
                    </a:lnTo>
                    <a:lnTo>
                      <a:pt x="2" y="812"/>
                    </a:lnTo>
                    <a:lnTo>
                      <a:pt x="4" y="820"/>
                    </a:lnTo>
                    <a:lnTo>
                      <a:pt x="6" y="830"/>
                    </a:lnTo>
                    <a:lnTo>
                      <a:pt x="10" y="838"/>
                    </a:lnTo>
                    <a:lnTo>
                      <a:pt x="16" y="844"/>
                    </a:lnTo>
                    <a:lnTo>
                      <a:pt x="16" y="844"/>
                    </a:lnTo>
                    <a:lnTo>
                      <a:pt x="24" y="850"/>
                    </a:lnTo>
                    <a:lnTo>
                      <a:pt x="32" y="854"/>
                    </a:lnTo>
                    <a:lnTo>
                      <a:pt x="42" y="858"/>
                    </a:lnTo>
                    <a:lnTo>
                      <a:pt x="52" y="858"/>
                    </a:lnTo>
                    <a:lnTo>
                      <a:pt x="60" y="858"/>
                    </a:lnTo>
                    <a:lnTo>
                      <a:pt x="70" y="854"/>
                    </a:lnTo>
                    <a:lnTo>
                      <a:pt x="80" y="850"/>
                    </a:lnTo>
                    <a:lnTo>
                      <a:pt x="88" y="844"/>
                    </a:lnTo>
                    <a:lnTo>
                      <a:pt x="180" y="750"/>
                    </a:lnTo>
                    <a:lnTo>
                      <a:pt x="226" y="794"/>
                    </a:lnTo>
                    <a:lnTo>
                      <a:pt x="226" y="794"/>
                    </a:lnTo>
                    <a:lnTo>
                      <a:pt x="520" y="1090"/>
                    </a:lnTo>
                    <a:lnTo>
                      <a:pt x="520" y="1090"/>
                    </a:lnTo>
                    <a:lnTo>
                      <a:pt x="562" y="1128"/>
                    </a:lnTo>
                    <a:lnTo>
                      <a:pt x="584" y="1148"/>
                    </a:lnTo>
                    <a:lnTo>
                      <a:pt x="608" y="1164"/>
                    </a:lnTo>
                    <a:lnTo>
                      <a:pt x="632" y="1180"/>
                    </a:lnTo>
                    <a:lnTo>
                      <a:pt x="654" y="1190"/>
                    </a:lnTo>
                    <a:lnTo>
                      <a:pt x="678" y="1198"/>
                    </a:lnTo>
                    <a:lnTo>
                      <a:pt x="688" y="1200"/>
                    </a:lnTo>
                    <a:lnTo>
                      <a:pt x="700" y="1202"/>
                    </a:lnTo>
                    <a:lnTo>
                      <a:pt x="700" y="1202"/>
                    </a:lnTo>
                    <a:lnTo>
                      <a:pt x="1248" y="1204"/>
                    </a:lnTo>
                    <a:lnTo>
                      <a:pt x="1630" y="1206"/>
                    </a:lnTo>
                    <a:lnTo>
                      <a:pt x="1764" y="1204"/>
                    </a:lnTo>
                    <a:lnTo>
                      <a:pt x="1826" y="1204"/>
                    </a:lnTo>
                    <a:lnTo>
                      <a:pt x="1826" y="1204"/>
                    </a:lnTo>
                    <a:lnTo>
                      <a:pt x="1850" y="1202"/>
                    </a:lnTo>
                    <a:lnTo>
                      <a:pt x="1872" y="1198"/>
                    </a:lnTo>
                    <a:lnTo>
                      <a:pt x="1890" y="1192"/>
                    </a:lnTo>
                    <a:lnTo>
                      <a:pt x="1906" y="1186"/>
                    </a:lnTo>
                    <a:lnTo>
                      <a:pt x="1922" y="1180"/>
                    </a:lnTo>
                    <a:lnTo>
                      <a:pt x="1936" y="1172"/>
                    </a:lnTo>
                    <a:lnTo>
                      <a:pt x="1964" y="1154"/>
                    </a:lnTo>
                    <a:lnTo>
                      <a:pt x="1964" y="1154"/>
                    </a:lnTo>
                    <a:lnTo>
                      <a:pt x="1946" y="1162"/>
                    </a:lnTo>
                    <a:lnTo>
                      <a:pt x="1928" y="1168"/>
                    </a:lnTo>
                    <a:lnTo>
                      <a:pt x="1910" y="1174"/>
                    </a:lnTo>
                    <a:lnTo>
                      <a:pt x="1890" y="1178"/>
                    </a:lnTo>
                    <a:lnTo>
                      <a:pt x="1872" y="1180"/>
                    </a:lnTo>
                    <a:lnTo>
                      <a:pt x="1852" y="1180"/>
                    </a:lnTo>
                    <a:lnTo>
                      <a:pt x="1832" y="1178"/>
                    </a:lnTo>
                    <a:lnTo>
                      <a:pt x="1812" y="1174"/>
                    </a:lnTo>
                    <a:lnTo>
                      <a:pt x="1792" y="1168"/>
                    </a:lnTo>
                    <a:lnTo>
                      <a:pt x="1770" y="1160"/>
                    </a:lnTo>
                    <a:lnTo>
                      <a:pt x="1750" y="1150"/>
                    </a:lnTo>
                    <a:lnTo>
                      <a:pt x="1730" y="1140"/>
                    </a:lnTo>
                    <a:lnTo>
                      <a:pt x="1708" y="1126"/>
                    </a:lnTo>
                    <a:lnTo>
                      <a:pt x="1688" y="1110"/>
                    </a:lnTo>
                    <a:lnTo>
                      <a:pt x="1666" y="1092"/>
                    </a:lnTo>
                    <a:lnTo>
                      <a:pt x="1646" y="1074"/>
                    </a:lnTo>
                    <a:lnTo>
                      <a:pt x="752" y="178"/>
                    </a:lnTo>
                    <a:lnTo>
                      <a:pt x="844" y="86"/>
                    </a:lnTo>
                    <a:lnTo>
                      <a:pt x="844" y="86"/>
                    </a:lnTo>
                    <a:lnTo>
                      <a:pt x="850" y="78"/>
                    </a:lnTo>
                    <a:lnTo>
                      <a:pt x="856" y="70"/>
                    </a:lnTo>
                    <a:lnTo>
                      <a:pt x="858" y="60"/>
                    </a:lnTo>
                    <a:lnTo>
                      <a:pt x="860" y="50"/>
                    </a:lnTo>
                    <a:lnTo>
                      <a:pt x="858" y="42"/>
                    </a:lnTo>
                    <a:lnTo>
                      <a:pt x="856" y="32"/>
                    </a:lnTo>
                    <a:lnTo>
                      <a:pt x="852" y="24"/>
                    </a:lnTo>
                    <a:lnTo>
                      <a:pt x="846" y="16"/>
                    </a:lnTo>
                    <a:lnTo>
                      <a:pt x="846" y="16"/>
                    </a:lnTo>
                    <a:lnTo>
                      <a:pt x="838" y="10"/>
                    </a:lnTo>
                    <a:lnTo>
                      <a:pt x="830" y="6"/>
                    </a:lnTo>
                    <a:lnTo>
                      <a:pt x="822" y="2"/>
                    </a:lnTo>
                    <a:lnTo>
                      <a:pt x="812" y="2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72" y="0"/>
                    </a:lnTo>
                    <a:lnTo>
                      <a:pt x="54" y="4"/>
                    </a:lnTo>
                    <a:lnTo>
                      <a:pt x="38" y="12"/>
                    </a:lnTo>
                    <a:lnTo>
                      <a:pt x="24" y="22"/>
                    </a:lnTo>
                    <a:lnTo>
                      <a:pt x="24" y="22"/>
                    </a:lnTo>
                    <a:lnTo>
                      <a:pt x="12" y="36"/>
                    </a:lnTo>
                    <a:lnTo>
                      <a:pt x="4" y="52"/>
                    </a:lnTo>
                    <a:lnTo>
                      <a:pt x="0" y="70"/>
                    </a:lnTo>
                    <a:lnTo>
                      <a:pt x="0" y="90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A1A8B3"/>
              </a:solidFill>
              <a:ln>
                <a:noFill/>
              </a:ln>
            </p:spPr>
            <p:txBody>
              <a:bodyPr spcFirstLastPara="1" wrap="square" lIns="78167" tIns="39067" rIns="78167" bIns="39067" anchor="t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Tx/>
                  <a:buNone/>
                  <a:tabLst/>
                  <a:defRPr/>
                </a:pPr>
                <a:endPara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B0604020202020204" charset="0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58" name="Google Shape;11021;p530">
              <a:extLst>
                <a:ext uri="{FF2B5EF4-FFF2-40B4-BE49-F238E27FC236}">
                  <a16:creationId xmlns:a16="http://schemas.microsoft.com/office/drawing/2014/main" id="{6EA7925F-B5F2-FF1B-BBC7-9A0A918A620A}"/>
                </a:ext>
              </a:extLst>
            </p:cNvPr>
            <p:cNvGrpSpPr/>
            <p:nvPr/>
          </p:nvGrpSpPr>
          <p:grpSpPr>
            <a:xfrm flipH="1">
              <a:off x="5317642" y="2363347"/>
              <a:ext cx="1582041" cy="1236672"/>
              <a:chOff x="5371166" y="2361392"/>
              <a:chExt cx="1582041" cy="1236672"/>
            </a:xfrm>
          </p:grpSpPr>
          <p:sp>
            <p:nvSpPr>
              <p:cNvPr id="80" name="Google Shape;11022;p530">
                <a:extLst>
                  <a:ext uri="{FF2B5EF4-FFF2-40B4-BE49-F238E27FC236}">
                    <a16:creationId xmlns:a16="http://schemas.microsoft.com/office/drawing/2014/main" id="{793D9707-AB18-837E-2047-7A8462EBFCC2}"/>
                  </a:ext>
                </a:extLst>
              </p:cNvPr>
              <p:cNvSpPr/>
              <p:nvPr/>
            </p:nvSpPr>
            <p:spPr>
              <a:xfrm>
                <a:off x="5371166" y="2361392"/>
                <a:ext cx="748314" cy="343222"/>
              </a:xfrm>
              <a:custGeom>
                <a:avLst/>
                <a:gdLst/>
                <a:ahLst/>
                <a:cxnLst/>
                <a:rect l="l" t="t" r="r" b="b"/>
                <a:pathLst>
                  <a:path w="836" h="282" extrusionOk="0">
                    <a:moveTo>
                      <a:pt x="0" y="282"/>
                    </a:moveTo>
                    <a:lnTo>
                      <a:pt x="836" y="282"/>
                    </a:lnTo>
                    <a:lnTo>
                      <a:pt x="836" y="0"/>
                    </a:lnTo>
                    <a:lnTo>
                      <a:pt x="268" y="0"/>
                    </a:lnTo>
                    <a:lnTo>
                      <a:pt x="268" y="0"/>
                    </a:lnTo>
                    <a:lnTo>
                      <a:pt x="262" y="2"/>
                    </a:lnTo>
                    <a:lnTo>
                      <a:pt x="242" y="4"/>
                    </a:lnTo>
                    <a:lnTo>
                      <a:pt x="228" y="8"/>
                    </a:lnTo>
                    <a:lnTo>
                      <a:pt x="210" y="14"/>
                    </a:lnTo>
                    <a:lnTo>
                      <a:pt x="192" y="22"/>
                    </a:lnTo>
                    <a:lnTo>
                      <a:pt x="172" y="32"/>
                    </a:lnTo>
                    <a:lnTo>
                      <a:pt x="152" y="48"/>
                    </a:lnTo>
                    <a:lnTo>
                      <a:pt x="130" y="66"/>
                    </a:lnTo>
                    <a:lnTo>
                      <a:pt x="108" y="88"/>
                    </a:lnTo>
                    <a:lnTo>
                      <a:pt x="84" y="116"/>
                    </a:lnTo>
                    <a:lnTo>
                      <a:pt x="62" y="148"/>
                    </a:lnTo>
                    <a:lnTo>
                      <a:pt x="40" y="186"/>
                    </a:lnTo>
                    <a:lnTo>
                      <a:pt x="20" y="230"/>
                    </a:lnTo>
                    <a:lnTo>
                      <a:pt x="0" y="282"/>
                    </a:lnTo>
                    <a:lnTo>
                      <a:pt x="0" y="2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78167" tIns="39067" rIns="78167" bIns="39067" anchor="t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Tx/>
                  <a:buNone/>
                  <a:tabLst/>
                  <a:defRPr/>
                </a:pPr>
                <a:endPara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B0604020202020204" charset="0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81" name="Google Shape;11023;p530">
                <a:extLst>
                  <a:ext uri="{FF2B5EF4-FFF2-40B4-BE49-F238E27FC236}">
                    <a16:creationId xmlns:a16="http://schemas.microsoft.com/office/drawing/2014/main" id="{78F97876-D6D5-FC38-0140-A4C02AAB82EC}"/>
                  </a:ext>
                </a:extLst>
              </p:cNvPr>
              <p:cNvSpPr/>
              <p:nvPr/>
            </p:nvSpPr>
            <p:spPr>
              <a:xfrm>
                <a:off x="5472055" y="2361392"/>
                <a:ext cx="1481152" cy="1236672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1206" extrusionOk="0">
                    <a:moveTo>
                      <a:pt x="1964" y="1116"/>
                    </a:moveTo>
                    <a:lnTo>
                      <a:pt x="1962" y="394"/>
                    </a:lnTo>
                    <a:lnTo>
                      <a:pt x="1962" y="394"/>
                    </a:lnTo>
                    <a:lnTo>
                      <a:pt x="1960" y="384"/>
                    </a:lnTo>
                    <a:lnTo>
                      <a:pt x="1958" y="376"/>
                    </a:lnTo>
                    <a:lnTo>
                      <a:pt x="1954" y="368"/>
                    </a:lnTo>
                    <a:lnTo>
                      <a:pt x="1948" y="362"/>
                    </a:lnTo>
                    <a:lnTo>
                      <a:pt x="1948" y="362"/>
                    </a:lnTo>
                    <a:lnTo>
                      <a:pt x="1940" y="354"/>
                    </a:lnTo>
                    <a:lnTo>
                      <a:pt x="1932" y="350"/>
                    </a:lnTo>
                    <a:lnTo>
                      <a:pt x="1922" y="348"/>
                    </a:lnTo>
                    <a:lnTo>
                      <a:pt x="1912" y="346"/>
                    </a:lnTo>
                    <a:lnTo>
                      <a:pt x="1904" y="348"/>
                    </a:lnTo>
                    <a:lnTo>
                      <a:pt x="1894" y="350"/>
                    </a:lnTo>
                    <a:lnTo>
                      <a:pt x="1884" y="354"/>
                    </a:lnTo>
                    <a:lnTo>
                      <a:pt x="1876" y="360"/>
                    </a:lnTo>
                    <a:lnTo>
                      <a:pt x="1782" y="456"/>
                    </a:lnTo>
                    <a:lnTo>
                      <a:pt x="1738" y="410"/>
                    </a:lnTo>
                    <a:lnTo>
                      <a:pt x="1738" y="410"/>
                    </a:lnTo>
                    <a:lnTo>
                      <a:pt x="1444" y="116"/>
                    </a:lnTo>
                    <a:lnTo>
                      <a:pt x="1444" y="116"/>
                    </a:lnTo>
                    <a:lnTo>
                      <a:pt x="1402" y="76"/>
                    </a:lnTo>
                    <a:lnTo>
                      <a:pt x="1380" y="58"/>
                    </a:lnTo>
                    <a:lnTo>
                      <a:pt x="1356" y="40"/>
                    </a:lnTo>
                    <a:lnTo>
                      <a:pt x="1332" y="26"/>
                    </a:lnTo>
                    <a:lnTo>
                      <a:pt x="1310" y="14"/>
                    </a:lnTo>
                    <a:lnTo>
                      <a:pt x="1286" y="6"/>
                    </a:lnTo>
                    <a:lnTo>
                      <a:pt x="1276" y="4"/>
                    </a:lnTo>
                    <a:lnTo>
                      <a:pt x="1264" y="4"/>
                    </a:lnTo>
                    <a:lnTo>
                      <a:pt x="1264" y="4"/>
                    </a:lnTo>
                    <a:lnTo>
                      <a:pt x="716" y="2"/>
                    </a:lnTo>
                    <a:lnTo>
                      <a:pt x="334" y="0"/>
                    </a:lnTo>
                    <a:lnTo>
                      <a:pt x="200" y="0"/>
                    </a:lnTo>
                    <a:lnTo>
                      <a:pt x="138" y="2"/>
                    </a:lnTo>
                    <a:lnTo>
                      <a:pt x="138" y="2"/>
                    </a:lnTo>
                    <a:lnTo>
                      <a:pt x="114" y="4"/>
                    </a:lnTo>
                    <a:lnTo>
                      <a:pt x="92" y="8"/>
                    </a:lnTo>
                    <a:lnTo>
                      <a:pt x="74" y="12"/>
                    </a:lnTo>
                    <a:lnTo>
                      <a:pt x="58" y="18"/>
                    </a:lnTo>
                    <a:lnTo>
                      <a:pt x="42" y="26"/>
                    </a:lnTo>
                    <a:lnTo>
                      <a:pt x="28" y="34"/>
                    </a:lnTo>
                    <a:lnTo>
                      <a:pt x="0" y="52"/>
                    </a:lnTo>
                    <a:lnTo>
                      <a:pt x="0" y="52"/>
                    </a:lnTo>
                    <a:lnTo>
                      <a:pt x="16" y="44"/>
                    </a:lnTo>
                    <a:lnTo>
                      <a:pt x="36" y="36"/>
                    </a:lnTo>
                    <a:lnTo>
                      <a:pt x="54" y="30"/>
                    </a:lnTo>
                    <a:lnTo>
                      <a:pt x="74" y="28"/>
                    </a:lnTo>
                    <a:lnTo>
                      <a:pt x="92" y="26"/>
                    </a:lnTo>
                    <a:lnTo>
                      <a:pt x="112" y="26"/>
                    </a:lnTo>
                    <a:lnTo>
                      <a:pt x="132" y="28"/>
                    </a:lnTo>
                    <a:lnTo>
                      <a:pt x="152" y="32"/>
                    </a:lnTo>
                    <a:lnTo>
                      <a:pt x="172" y="38"/>
                    </a:lnTo>
                    <a:lnTo>
                      <a:pt x="194" y="44"/>
                    </a:lnTo>
                    <a:lnTo>
                      <a:pt x="214" y="54"/>
                    </a:lnTo>
                    <a:lnTo>
                      <a:pt x="234" y="66"/>
                    </a:lnTo>
                    <a:lnTo>
                      <a:pt x="256" y="80"/>
                    </a:lnTo>
                    <a:lnTo>
                      <a:pt x="276" y="94"/>
                    </a:lnTo>
                    <a:lnTo>
                      <a:pt x="298" y="112"/>
                    </a:lnTo>
                    <a:lnTo>
                      <a:pt x="318" y="132"/>
                    </a:lnTo>
                    <a:lnTo>
                      <a:pt x="1212" y="1026"/>
                    </a:lnTo>
                    <a:lnTo>
                      <a:pt x="1120" y="1118"/>
                    </a:lnTo>
                    <a:lnTo>
                      <a:pt x="1120" y="1118"/>
                    </a:lnTo>
                    <a:lnTo>
                      <a:pt x="1114" y="1126"/>
                    </a:lnTo>
                    <a:lnTo>
                      <a:pt x="1108" y="1136"/>
                    </a:lnTo>
                    <a:lnTo>
                      <a:pt x="1106" y="1146"/>
                    </a:lnTo>
                    <a:lnTo>
                      <a:pt x="1104" y="1154"/>
                    </a:lnTo>
                    <a:lnTo>
                      <a:pt x="1106" y="1164"/>
                    </a:lnTo>
                    <a:lnTo>
                      <a:pt x="1108" y="1174"/>
                    </a:lnTo>
                    <a:lnTo>
                      <a:pt x="1112" y="1182"/>
                    </a:lnTo>
                    <a:lnTo>
                      <a:pt x="1118" y="1190"/>
                    </a:lnTo>
                    <a:lnTo>
                      <a:pt x="1118" y="1190"/>
                    </a:lnTo>
                    <a:lnTo>
                      <a:pt x="1126" y="1194"/>
                    </a:lnTo>
                    <a:lnTo>
                      <a:pt x="1134" y="1200"/>
                    </a:lnTo>
                    <a:lnTo>
                      <a:pt x="1142" y="1202"/>
                    </a:lnTo>
                    <a:lnTo>
                      <a:pt x="1152" y="1204"/>
                    </a:lnTo>
                    <a:lnTo>
                      <a:pt x="1874" y="1206"/>
                    </a:lnTo>
                    <a:lnTo>
                      <a:pt x="1874" y="1206"/>
                    </a:lnTo>
                    <a:lnTo>
                      <a:pt x="1892" y="1206"/>
                    </a:lnTo>
                    <a:lnTo>
                      <a:pt x="1910" y="1202"/>
                    </a:lnTo>
                    <a:lnTo>
                      <a:pt x="1926" y="1194"/>
                    </a:lnTo>
                    <a:lnTo>
                      <a:pt x="1940" y="1182"/>
                    </a:lnTo>
                    <a:lnTo>
                      <a:pt x="1940" y="1182"/>
                    </a:lnTo>
                    <a:lnTo>
                      <a:pt x="1952" y="1168"/>
                    </a:lnTo>
                    <a:lnTo>
                      <a:pt x="1960" y="1152"/>
                    </a:lnTo>
                    <a:lnTo>
                      <a:pt x="1964" y="1134"/>
                    </a:lnTo>
                    <a:lnTo>
                      <a:pt x="1964" y="1116"/>
                    </a:lnTo>
                    <a:lnTo>
                      <a:pt x="1964" y="1116"/>
                    </a:lnTo>
                    <a:close/>
                  </a:path>
                </a:pathLst>
              </a:custGeom>
              <a:solidFill>
                <a:srgbClr val="B5BCC4"/>
              </a:solidFill>
              <a:ln>
                <a:noFill/>
              </a:ln>
            </p:spPr>
            <p:txBody>
              <a:bodyPr spcFirstLastPara="1" wrap="square" lIns="78167" tIns="39067" rIns="78167" bIns="39067" anchor="t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Tx/>
                  <a:buNone/>
                  <a:tabLst/>
                  <a:defRPr/>
                </a:pPr>
                <a:endPara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B0604020202020204" charset="0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59" name="Google Shape;11025;p530">
              <a:extLst>
                <a:ext uri="{FF2B5EF4-FFF2-40B4-BE49-F238E27FC236}">
                  <a16:creationId xmlns:a16="http://schemas.microsoft.com/office/drawing/2014/main" id="{57A2B38B-BBE4-F2A2-4390-CAF58561C6EE}"/>
                </a:ext>
              </a:extLst>
            </p:cNvPr>
            <p:cNvGrpSpPr/>
            <p:nvPr/>
          </p:nvGrpSpPr>
          <p:grpSpPr>
            <a:xfrm flipH="1">
              <a:off x="3688250" y="5203190"/>
              <a:ext cx="1586440" cy="1236672"/>
              <a:chOff x="3832718" y="5203190"/>
              <a:chExt cx="1586440" cy="1236672"/>
            </a:xfrm>
          </p:grpSpPr>
          <p:sp>
            <p:nvSpPr>
              <p:cNvPr id="77" name="Google Shape;11026;p530">
                <a:extLst>
                  <a:ext uri="{FF2B5EF4-FFF2-40B4-BE49-F238E27FC236}">
                    <a16:creationId xmlns:a16="http://schemas.microsoft.com/office/drawing/2014/main" id="{7043C634-9EAB-EC81-4951-78275A17DE20}"/>
                  </a:ext>
                </a:extLst>
              </p:cNvPr>
              <p:cNvSpPr/>
              <p:nvPr/>
            </p:nvSpPr>
            <p:spPr>
              <a:xfrm>
                <a:off x="4670845" y="6282842"/>
                <a:ext cx="748313" cy="137477"/>
              </a:xfrm>
              <a:custGeom>
                <a:avLst/>
                <a:gdLst/>
                <a:ahLst/>
                <a:cxnLst/>
                <a:rect l="l" t="t" r="r" b="b"/>
                <a:pathLst>
                  <a:path w="836" h="280" extrusionOk="0">
                    <a:moveTo>
                      <a:pt x="836" y="0"/>
                    </a:moveTo>
                    <a:lnTo>
                      <a:pt x="0" y="0"/>
                    </a:lnTo>
                    <a:lnTo>
                      <a:pt x="0" y="280"/>
                    </a:lnTo>
                    <a:lnTo>
                      <a:pt x="566" y="280"/>
                    </a:lnTo>
                    <a:lnTo>
                      <a:pt x="566" y="280"/>
                    </a:lnTo>
                    <a:lnTo>
                      <a:pt x="574" y="280"/>
                    </a:lnTo>
                    <a:lnTo>
                      <a:pt x="594" y="276"/>
                    </a:lnTo>
                    <a:lnTo>
                      <a:pt x="608" y="274"/>
                    </a:lnTo>
                    <a:lnTo>
                      <a:pt x="624" y="268"/>
                    </a:lnTo>
                    <a:lnTo>
                      <a:pt x="644" y="260"/>
                    </a:lnTo>
                    <a:lnTo>
                      <a:pt x="662" y="248"/>
                    </a:lnTo>
                    <a:lnTo>
                      <a:pt x="684" y="234"/>
                    </a:lnTo>
                    <a:lnTo>
                      <a:pt x="706" y="216"/>
                    </a:lnTo>
                    <a:lnTo>
                      <a:pt x="728" y="192"/>
                    </a:lnTo>
                    <a:lnTo>
                      <a:pt x="750" y="166"/>
                    </a:lnTo>
                    <a:lnTo>
                      <a:pt x="774" y="132"/>
                    </a:lnTo>
                    <a:lnTo>
                      <a:pt x="796" y="94"/>
                    </a:lnTo>
                    <a:lnTo>
                      <a:pt x="816" y="50"/>
                    </a:lnTo>
                    <a:lnTo>
                      <a:pt x="836" y="0"/>
                    </a:lnTo>
                    <a:lnTo>
                      <a:pt x="83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78167" tIns="39067" rIns="78167" bIns="39067" anchor="t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Tx/>
                  <a:buNone/>
                  <a:tabLst/>
                  <a:defRPr/>
                </a:pPr>
                <a:endPara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B0604020202020204" charset="0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78" name="Google Shape;11027;p530">
                <a:extLst>
                  <a:ext uri="{FF2B5EF4-FFF2-40B4-BE49-F238E27FC236}">
                    <a16:creationId xmlns:a16="http://schemas.microsoft.com/office/drawing/2014/main" id="{1A7CEA50-9158-EFA4-00BD-F3BBF1A746DD}"/>
                  </a:ext>
                </a:extLst>
              </p:cNvPr>
              <p:cNvSpPr/>
              <p:nvPr/>
            </p:nvSpPr>
            <p:spPr>
              <a:xfrm>
                <a:off x="3832718" y="5203190"/>
                <a:ext cx="1481151" cy="1236672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1206" extrusionOk="0">
                    <a:moveTo>
                      <a:pt x="0" y="90"/>
                    </a:moveTo>
                    <a:lnTo>
                      <a:pt x="2" y="812"/>
                    </a:lnTo>
                    <a:lnTo>
                      <a:pt x="2" y="812"/>
                    </a:lnTo>
                    <a:lnTo>
                      <a:pt x="4" y="820"/>
                    </a:lnTo>
                    <a:lnTo>
                      <a:pt x="6" y="830"/>
                    </a:lnTo>
                    <a:lnTo>
                      <a:pt x="10" y="838"/>
                    </a:lnTo>
                    <a:lnTo>
                      <a:pt x="16" y="844"/>
                    </a:lnTo>
                    <a:lnTo>
                      <a:pt x="16" y="844"/>
                    </a:lnTo>
                    <a:lnTo>
                      <a:pt x="24" y="850"/>
                    </a:lnTo>
                    <a:lnTo>
                      <a:pt x="32" y="854"/>
                    </a:lnTo>
                    <a:lnTo>
                      <a:pt x="42" y="858"/>
                    </a:lnTo>
                    <a:lnTo>
                      <a:pt x="52" y="858"/>
                    </a:lnTo>
                    <a:lnTo>
                      <a:pt x="60" y="858"/>
                    </a:lnTo>
                    <a:lnTo>
                      <a:pt x="70" y="854"/>
                    </a:lnTo>
                    <a:lnTo>
                      <a:pt x="80" y="850"/>
                    </a:lnTo>
                    <a:lnTo>
                      <a:pt x="88" y="844"/>
                    </a:lnTo>
                    <a:lnTo>
                      <a:pt x="180" y="750"/>
                    </a:lnTo>
                    <a:lnTo>
                      <a:pt x="226" y="794"/>
                    </a:lnTo>
                    <a:lnTo>
                      <a:pt x="226" y="794"/>
                    </a:lnTo>
                    <a:lnTo>
                      <a:pt x="520" y="1090"/>
                    </a:lnTo>
                    <a:lnTo>
                      <a:pt x="520" y="1090"/>
                    </a:lnTo>
                    <a:lnTo>
                      <a:pt x="562" y="1128"/>
                    </a:lnTo>
                    <a:lnTo>
                      <a:pt x="584" y="1148"/>
                    </a:lnTo>
                    <a:lnTo>
                      <a:pt x="608" y="1164"/>
                    </a:lnTo>
                    <a:lnTo>
                      <a:pt x="632" y="1180"/>
                    </a:lnTo>
                    <a:lnTo>
                      <a:pt x="654" y="1190"/>
                    </a:lnTo>
                    <a:lnTo>
                      <a:pt x="678" y="1198"/>
                    </a:lnTo>
                    <a:lnTo>
                      <a:pt x="688" y="1200"/>
                    </a:lnTo>
                    <a:lnTo>
                      <a:pt x="700" y="1202"/>
                    </a:lnTo>
                    <a:lnTo>
                      <a:pt x="700" y="1202"/>
                    </a:lnTo>
                    <a:lnTo>
                      <a:pt x="1248" y="1204"/>
                    </a:lnTo>
                    <a:lnTo>
                      <a:pt x="1630" y="1206"/>
                    </a:lnTo>
                    <a:lnTo>
                      <a:pt x="1764" y="1204"/>
                    </a:lnTo>
                    <a:lnTo>
                      <a:pt x="1826" y="1204"/>
                    </a:lnTo>
                    <a:lnTo>
                      <a:pt x="1826" y="1204"/>
                    </a:lnTo>
                    <a:lnTo>
                      <a:pt x="1850" y="1202"/>
                    </a:lnTo>
                    <a:lnTo>
                      <a:pt x="1872" y="1198"/>
                    </a:lnTo>
                    <a:lnTo>
                      <a:pt x="1890" y="1192"/>
                    </a:lnTo>
                    <a:lnTo>
                      <a:pt x="1906" y="1186"/>
                    </a:lnTo>
                    <a:lnTo>
                      <a:pt x="1922" y="1180"/>
                    </a:lnTo>
                    <a:lnTo>
                      <a:pt x="1936" y="1172"/>
                    </a:lnTo>
                    <a:lnTo>
                      <a:pt x="1964" y="1154"/>
                    </a:lnTo>
                    <a:lnTo>
                      <a:pt x="1964" y="1154"/>
                    </a:lnTo>
                    <a:lnTo>
                      <a:pt x="1946" y="1162"/>
                    </a:lnTo>
                    <a:lnTo>
                      <a:pt x="1928" y="1168"/>
                    </a:lnTo>
                    <a:lnTo>
                      <a:pt x="1910" y="1174"/>
                    </a:lnTo>
                    <a:lnTo>
                      <a:pt x="1890" y="1178"/>
                    </a:lnTo>
                    <a:lnTo>
                      <a:pt x="1872" y="1180"/>
                    </a:lnTo>
                    <a:lnTo>
                      <a:pt x="1852" y="1180"/>
                    </a:lnTo>
                    <a:lnTo>
                      <a:pt x="1832" y="1178"/>
                    </a:lnTo>
                    <a:lnTo>
                      <a:pt x="1812" y="1174"/>
                    </a:lnTo>
                    <a:lnTo>
                      <a:pt x="1792" y="1168"/>
                    </a:lnTo>
                    <a:lnTo>
                      <a:pt x="1770" y="1160"/>
                    </a:lnTo>
                    <a:lnTo>
                      <a:pt x="1750" y="1150"/>
                    </a:lnTo>
                    <a:lnTo>
                      <a:pt x="1730" y="1140"/>
                    </a:lnTo>
                    <a:lnTo>
                      <a:pt x="1708" y="1126"/>
                    </a:lnTo>
                    <a:lnTo>
                      <a:pt x="1688" y="1110"/>
                    </a:lnTo>
                    <a:lnTo>
                      <a:pt x="1666" y="1092"/>
                    </a:lnTo>
                    <a:lnTo>
                      <a:pt x="1646" y="1074"/>
                    </a:lnTo>
                    <a:lnTo>
                      <a:pt x="752" y="178"/>
                    </a:lnTo>
                    <a:lnTo>
                      <a:pt x="844" y="86"/>
                    </a:lnTo>
                    <a:lnTo>
                      <a:pt x="844" y="86"/>
                    </a:lnTo>
                    <a:lnTo>
                      <a:pt x="850" y="78"/>
                    </a:lnTo>
                    <a:lnTo>
                      <a:pt x="856" y="70"/>
                    </a:lnTo>
                    <a:lnTo>
                      <a:pt x="858" y="60"/>
                    </a:lnTo>
                    <a:lnTo>
                      <a:pt x="860" y="50"/>
                    </a:lnTo>
                    <a:lnTo>
                      <a:pt x="858" y="42"/>
                    </a:lnTo>
                    <a:lnTo>
                      <a:pt x="856" y="32"/>
                    </a:lnTo>
                    <a:lnTo>
                      <a:pt x="852" y="24"/>
                    </a:lnTo>
                    <a:lnTo>
                      <a:pt x="846" y="16"/>
                    </a:lnTo>
                    <a:lnTo>
                      <a:pt x="846" y="16"/>
                    </a:lnTo>
                    <a:lnTo>
                      <a:pt x="838" y="10"/>
                    </a:lnTo>
                    <a:lnTo>
                      <a:pt x="830" y="6"/>
                    </a:lnTo>
                    <a:lnTo>
                      <a:pt x="822" y="2"/>
                    </a:lnTo>
                    <a:lnTo>
                      <a:pt x="812" y="2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72" y="0"/>
                    </a:lnTo>
                    <a:lnTo>
                      <a:pt x="54" y="4"/>
                    </a:lnTo>
                    <a:lnTo>
                      <a:pt x="38" y="12"/>
                    </a:lnTo>
                    <a:lnTo>
                      <a:pt x="24" y="22"/>
                    </a:lnTo>
                    <a:lnTo>
                      <a:pt x="24" y="22"/>
                    </a:lnTo>
                    <a:lnTo>
                      <a:pt x="12" y="36"/>
                    </a:lnTo>
                    <a:lnTo>
                      <a:pt x="4" y="52"/>
                    </a:lnTo>
                    <a:lnTo>
                      <a:pt x="0" y="70"/>
                    </a:lnTo>
                    <a:lnTo>
                      <a:pt x="0" y="90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FD5108"/>
              </a:solidFill>
              <a:ln>
                <a:noFill/>
              </a:ln>
            </p:spPr>
            <p:txBody>
              <a:bodyPr spcFirstLastPara="1" wrap="square" lIns="78167" tIns="39067" rIns="78167" bIns="39067" anchor="t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Tx/>
                  <a:buNone/>
                  <a:tabLst/>
                  <a:defRPr/>
                </a:pPr>
                <a:endPara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B0604020202020204" charset="0"/>
                  <a:ea typeface="+mn-ea"/>
                  <a:cs typeface="+mn-cs"/>
                  <a:sym typeface="Arial"/>
                </a:endParaRPr>
              </a:p>
            </p:txBody>
          </p:sp>
        </p:grpSp>
        <p:cxnSp>
          <p:nvCxnSpPr>
            <p:cNvPr id="61" name="Google Shape;11030;p530">
              <a:extLst>
                <a:ext uri="{FF2B5EF4-FFF2-40B4-BE49-F238E27FC236}">
                  <a16:creationId xmlns:a16="http://schemas.microsoft.com/office/drawing/2014/main" id="{FEB650F5-74D2-D474-09F1-76B517246FCE}"/>
                </a:ext>
              </a:extLst>
            </p:cNvPr>
            <p:cNvCxnSpPr/>
            <p:nvPr/>
          </p:nvCxnSpPr>
          <p:spPr>
            <a:xfrm rot="10800000">
              <a:off x="7146900" y="2862996"/>
              <a:ext cx="0" cy="936000"/>
            </a:xfrm>
            <a:prstGeom prst="straightConnector1">
              <a:avLst/>
            </a:prstGeom>
            <a:noFill/>
            <a:ln w="12700" cap="sq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11034;p530">
              <a:extLst>
                <a:ext uri="{FF2B5EF4-FFF2-40B4-BE49-F238E27FC236}">
                  <a16:creationId xmlns:a16="http://schemas.microsoft.com/office/drawing/2014/main" id="{14E66BEC-3DC6-1358-5255-14A5D737754E}"/>
                </a:ext>
              </a:extLst>
            </p:cNvPr>
            <p:cNvCxnSpPr/>
            <p:nvPr/>
          </p:nvCxnSpPr>
          <p:spPr>
            <a:xfrm rot="10800000">
              <a:off x="7146900" y="5112582"/>
              <a:ext cx="0" cy="936000"/>
            </a:xfrm>
            <a:prstGeom prst="straightConnector1">
              <a:avLst/>
            </a:prstGeom>
            <a:noFill/>
            <a:ln w="12700" cap="sq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" name="Google Shape;11038;p530">
              <a:extLst>
                <a:ext uri="{FF2B5EF4-FFF2-40B4-BE49-F238E27FC236}">
                  <a16:creationId xmlns:a16="http://schemas.microsoft.com/office/drawing/2014/main" id="{CAF59851-C804-43E0-C684-82F5891D6153}"/>
                </a:ext>
              </a:extLst>
            </p:cNvPr>
            <p:cNvCxnSpPr/>
            <p:nvPr/>
          </p:nvCxnSpPr>
          <p:spPr>
            <a:xfrm rot="10800000">
              <a:off x="3488854" y="2862996"/>
              <a:ext cx="0" cy="936000"/>
            </a:xfrm>
            <a:prstGeom prst="straightConnector1">
              <a:avLst/>
            </a:prstGeom>
            <a:noFill/>
            <a:ln w="12700" cap="sq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" name="Google Shape;11042;p530">
              <a:extLst>
                <a:ext uri="{FF2B5EF4-FFF2-40B4-BE49-F238E27FC236}">
                  <a16:creationId xmlns:a16="http://schemas.microsoft.com/office/drawing/2014/main" id="{1BE0C625-C73F-13C5-C314-28DE07EDB695}"/>
                </a:ext>
              </a:extLst>
            </p:cNvPr>
            <p:cNvCxnSpPr/>
            <p:nvPr/>
          </p:nvCxnSpPr>
          <p:spPr>
            <a:xfrm rot="10800000">
              <a:off x="3488854" y="5112582"/>
              <a:ext cx="0" cy="936000"/>
            </a:xfrm>
            <a:prstGeom prst="straightConnector1">
              <a:avLst/>
            </a:prstGeom>
            <a:noFill/>
            <a:ln w="12700" cap="sq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91" name="Graphic 90">
            <a:extLst>
              <a:ext uri="{FF2B5EF4-FFF2-40B4-BE49-F238E27FC236}">
                <a16:creationId xmlns:a16="http://schemas.microsoft.com/office/drawing/2014/main" id="{08CE9ABA-AE7E-E0A6-0422-894E8E724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7247" y="4548976"/>
            <a:ext cx="914400" cy="914400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8BE6CC3F-82E3-AF2B-8AE1-AB4F455B0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1149" y="2947631"/>
            <a:ext cx="914400" cy="914400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95EC873A-5A1C-EB2C-2A7A-B641E6CD54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3184" y="3012970"/>
            <a:ext cx="914400" cy="914400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F6585748-985E-9EF5-8109-569D944C68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0909" y="4515232"/>
            <a:ext cx="914400" cy="914400"/>
          </a:xfrm>
          <a:prstGeom prst="rect">
            <a:avLst/>
          </a:prstGeom>
        </p:spPr>
      </p:pic>
      <p:sp>
        <p:nvSpPr>
          <p:cNvPr id="96" name="Google Shape;1996;g1e3de58a403_0_134">
            <a:extLst>
              <a:ext uri="{FF2B5EF4-FFF2-40B4-BE49-F238E27FC236}">
                <a16:creationId xmlns:a16="http://schemas.microsoft.com/office/drawing/2014/main" id="{DCA98666-0296-10A8-DA29-A374D76A0980}"/>
              </a:ext>
            </a:extLst>
          </p:cNvPr>
          <p:cNvSpPr txBox="1"/>
          <p:nvPr/>
        </p:nvSpPr>
        <p:spPr>
          <a:xfrm>
            <a:off x="557814" y="1022684"/>
            <a:ext cx="11247790" cy="1167899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Tx/>
              <a:buNone/>
              <a:tabLst/>
              <a:defRPr/>
            </a:pPr>
            <a:endParaRPr lang="en-GB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4D3DAA9-B344-90EC-EDFC-561F45689C61}"/>
              </a:ext>
            </a:extLst>
          </p:cNvPr>
          <p:cNvGrpSpPr/>
          <p:nvPr/>
        </p:nvGrpSpPr>
        <p:grpSpPr>
          <a:xfrm>
            <a:off x="400930" y="1457930"/>
            <a:ext cx="318348" cy="286837"/>
            <a:chOff x="5778901" y="1937765"/>
            <a:chExt cx="797099" cy="4416433"/>
          </a:xfrm>
        </p:grpSpPr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A7E2CD0E-D4EE-E130-7B5F-65B6925D8E1D}"/>
                </a:ext>
              </a:extLst>
            </p:cNvPr>
            <p:cNvSpPr/>
            <p:nvPr/>
          </p:nvSpPr>
          <p:spPr>
            <a:xfrm rot="5400000">
              <a:off x="4071603" y="3849801"/>
              <a:ext cx="4405477" cy="603316"/>
            </a:xfrm>
            <a:prstGeom prst="triangle">
              <a:avLst/>
            </a:prstGeom>
            <a:solidFill>
              <a:srgbClr val="FD5108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l-G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97484807-554D-91B3-16FF-5208E4CFD382}"/>
                </a:ext>
              </a:extLst>
            </p:cNvPr>
            <p:cNvSpPr/>
            <p:nvPr/>
          </p:nvSpPr>
          <p:spPr>
            <a:xfrm rot="5400000">
              <a:off x="3966462" y="3849802"/>
              <a:ext cx="4405477" cy="603316"/>
            </a:xfrm>
            <a:prstGeom prst="triangle">
              <a:avLst/>
            </a:prstGeom>
            <a:solidFill>
              <a:srgbClr val="FE7C39">
                <a:alpha val="46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l-G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1A5CD835-6F45-FE26-134D-D4AA31DB6146}"/>
                </a:ext>
              </a:extLst>
            </p:cNvPr>
            <p:cNvSpPr/>
            <p:nvPr/>
          </p:nvSpPr>
          <p:spPr>
            <a:xfrm rot="5400000">
              <a:off x="3877820" y="3838846"/>
              <a:ext cx="4405478" cy="603316"/>
            </a:xfrm>
            <a:prstGeom prst="triangle">
              <a:avLst/>
            </a:prstGeom>
            <a:solidFill>
              <a:srgbClr val="FFAA72">
                <a:alpha val="46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l-G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16" name="Google Shape;11039;p530">
            <a:extLst>
              <a:ext uri="{FF2B5EF4-FFF2-40B4-BE49-F238E27FC236}">
                <a16:creationId xmlns:a16="http://schemas.microsoft.com/office/drawing/2014/main" id="{B09FFFFB-BA48-F65E-1F46-D58E6A963093}"/>
              </a:ext>
            </a:extLst>
          </p:cNvPr>
          <p:cNvSpPr/>
          <p:nvPr/>
        </p:nvSpPr>
        <p:spPr>
          <a:xfrm>
            <a:off x="402748" y="2737492"/>
            <a:ext cx="3323620" cy="20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Helvetica Neue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Google Shape;11040;p530">
            <a:extLst>
              <a:ext uri="{FF2B5EF4-FFF2-40B4-BE49-F238E27FC236}">
                <a16:creationId xmlns:a16="http://schemas.microsoft.com/office/drawing/2014/main" id="{B0EAF7A2-8931-8695-F93A-0EA19A4593BE}"/>
              </a:ext>
            </a:extLst>
          </p:cNvPr>
          <p:cNvSpPr/>
          <p:nvPr/>
        </p:nvSpPr>
        <p:spPr>
          <a:xfrm>
            <a:off x="482228" y="2837302"/>
            <a:ext cx="3509004" cy="1318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C50EA1A3-1B04-9D6D-85AA-0E18E27C3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</p:spPr>
        <p:txBody>
          <a:bodyPr/>
          <a:lstStyle/>
          <a:p>
            <a:r>
              <a:rPr lang="en-US" dirty="0"/>
              <a:t>Analytics &amp; AI Team | Strategy </a:t>
            </a:r>
            <a:r>
              <a:rPr lang="en-US" dirty="0" err="1"/>
              <a:t>Proects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087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>
          <a:extLst>
            <a:ext uri="{FF2B5EF4-FFF2-40B4-BE49-F238E27FC236}">
              <a16:creationId xmlns:a16="http://schemas.microsoft.com/office/drawing/2014/main" id="{66403F91-B29A-B34E-830E-22EF2451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80;p79">
            <a:extLst>
              <a:ext uri="{FF2B5EF4-FFF2-40B4-BE49-F238E27FC236}">
                <a16:creationId xmlns:a16="http://schemas.microsoft.com/office/drawing/2014/main" id="{49915E82-F729-02BF-86CF-374BADD61CD3}"/>
              </a:ext>
            </a:extLst>
          </p:cNvPr>
          <p:cNvSpPr/>
          <p:nvPr/>
        </p:nvSpPr>
        <p:spPr>
          <a:xfrm>
            <a:off x="5370953" y="397982"/>
            <a:ext cx="6488075" cy="877082"/>
          </a:xfrm>
          <a:custGeom>
            <a:avLst/>
            <a:gdLst/>
            <a:ahLst/>
            <a:cxnLst/>
            <a:rect l="l" t="t" r="r" b="b"/>
            <a:pathLst>
              <a:path w="285750" h="128033" extrusionOk="0">
                <a:moveTo>
                  <a:pt x="95316" y="1"/>
                </a:moveTo>
                <a:lnTo>
                  <a:pt x="85090" y="51"/>
                </a:lnTo>
                <a:lnTo>
                  <a:pt x="73374" y="249"/>
                </a:lnTo>
                <a:lnTo>
                  <a:pt x="61707" y="497"/>
                </a:lnTo>
                <a:lnTo>
                  <a:pt x="51431" y="795"/>
                </a:lnTo>
                <a:lnTo>
                  <a:pt x="23829" y="1788"/>
                </a:lnTo>
                <a:lnTo>
                  <a:pt x="22687" y="1887"/>
                </a:lnTo>
                <a:lnTo>
                  <a:pt x="21595" y="1987"/>
                </a:lnTo>
                <a:lnTo>
                  <a:pt x="20503" y="2185"/>
                </a:lnTo>
                <a:lnTo>
                  <a:pt x="19411" y="2384"/>
                </a:lnTo>
                <a:lnTo>
                  <a:pt x="18319" y="2682"/>
                </a:lnTo>
                <a:lnTo>
                  <a:pt x="17276" y="3029"/>
                </a:lnTo>
                <a:lnTo>
                  <a:pt x="16283" y="3426"/>
                </a:lnTo>
                <a:lnTo>
                  <a:pt x="15241" y="3823"/>
                </a:lnTo>
                <a:lnTo>
                  <a:pt x="14248" y="4320"/>
                </a:lnTo>
                <a:lnTo>
                  <a:pt x="13305" y="4816"/>
                </a:lnTo>
                <a:lnTo>
                  <a:pt x="12361" y="5412"/>
                </a:lnTo>
                <a:lnTo>
                  <a:pt x="11468" y="6008"/>
                </a:lnTo>
                <a:lnTo>
                  <a:pt x="10574" y="6653"/>
                </a:lnTo>
                <a:lnTo>
                  <a:pt x="9730" y="7299"/>
                </a:lnTo>
                <a:lnTo>
                  <a:pt x="8936" y="8043"/>
                </a:lnTo>
                <a:lnTo>
                  <a:pt x="8142" y="8788"/>
                </a:lnTo>
                <a:lnTo>
                  <a:pt x="7347" y="9582"/>
                </a:lnTo>
                <a:lnTo>
                  <a:pt x="6652" y="10426"/>
                </a:lnTo>
                <a:lnTo>
                  <a:pt x="5957" y="11270"/>
                </a:lnTo>
                <a:lnTo>
                  <a:pt x="5312" y="12164"/>
                </a:lnTo>
                <a:lnTo>
                  <a:pt x="4716" y="13057"/>
                </a:lnTo>
                <a:lnTo>
                  <a:pt x="4170" y="14000"/>
                </a:lnTo>
                <a:lnTo>
                  <a:pt x="3674" y="14944"/>
                </a:lnTo>
                <a:lnTo>
                  <a:pt x="3177" y="15937"/>
                </a:lnTo>
                <a:lnTo>
                  <a:pt x="2730" y="16929"/>
                </a:lnTo>
                <a:lnTo>
                  <a:pt x="2383" y="17972"/>
                </a:lnTo>
                <a:lnTo>
                  <a:pt x="2035" y="19014"/>
                </a:lnTo>
                <a:lnTo>
                  <a:pt x="1738" y="20107"/>
                </a:lnTo>
                <a:lnTo>
                  <a:pt x="1539" y="21199"/>
                </a:lnTo>
                <a:lnTo>
                  <a:pt x="1340" y="22291"/>
                </a:lnTo>
                <a:lnTo>
                  <a:pt x="1241" y="23383"/>
                </a:lnTo>
                <a:lnTo>
                  <a:pt x="1142" y="24525"/>
                </a:lnTo>
                <a:lnTo>
                  <a:pt x="50" y="57836"/>
                </a:lnTo>
                <a:lnTo>
                  <a:pt x="0" y="60169"/>
                </a:lnTo>
                <a:lnTo>
                  <a:pt x="50" y="62651"/>
                </a:lnTo>
                <a:lnTo>
                  <a:pt x="149" y="65282"/>
                </a:lnTo>
                <a:lnTo>
                  <a:pt x="298" y="67963"/>
                </a:lnTo>
                <a:lnTo>
                  <a:pt x="546" y="70793"/>
                </a:lnTo>
                <a:lnTo>
                  <a:pt x="844" y="73623"/>
                </a:lnTo>
                <a:lnTo>
                  <a:pt x="1191" y="76502"/>
                </a:lnTo>
                <a:lnTo>
                  <a:pt x="1589" y="79431"/>
                </a:lnTo>
                <a:lnTo>
                  <a:pt x="2035" y="82310"/>
                </a:lnTo>
                <a:lnTo>
                  <a:pt x="2532" y="85189"/>
                </a:lnTo>
                <a:lnTo>
                  <a:pt x="3078" y="88019"/>
                </a:lnTo>
                <a:lnTo>
                  <a:pt x="3674" y="90750"/>
                </a:lnTo>
                <a:lnTo>
                  <a:pt x="4269" y="93381"/>
                </a:lnTo>
                <a:lnTo>
                  <a:pt x="4915" y="95913"/>
                </a:lnTo>
                <a:lnTo>
                  <a:pt x="5610" y="98295"/>
                </a:lnTo>
                <a:lnTo>
                  <a:pt x="6305" y="100529"/>
                </a:lnTo>
                <a:lnTo>
                  <a:pt x="8588" y="107231"/>
                </a:lnTo>
                <a:lnTo>
                  <a:pt x="8936" y="108274"/>
                </a:lnTo>
                <a:lnTo>
                  <a:pt x="9383" y="109316"/>
                </a:lnTo>
                <a:lnTo>
                  <a:pt x="9879" y="110359"/>
                </a:lnTo>
                <a:lnTo>
                  <a:pt x="10425" y="111401"/>
                </a:lnTo>
                <a:lnTo>
                  <a:pt x="11021" y="112394"/>
                </a:lnTo>
                <a:lnTo>
                  <a:pt x="11617" y="113387"/>
                </a:lnTo>
                <a:lnTo>
                  <a:pt x="12312" y="114330"/>
                </a:lnTo>
                <a:lnTo>
                  <a:pt x="13007" y="115274"/>
                </a:lnTo>
                <a:lnTo>
                  <a:pt x="13751" y="116217"/>
                </a:lnTo>
                <a:lnTo>
                  <a:pt x="14546" y="117110"/>
                </a:lnTo>
                <a:lnTo>
                  <a:pt x="15390" y="118004"/>
                </a:lnTo>
                <a:lnTo>
                  <a:pt x="16234" y="118848"/>
                </a:lnTo>
                <a:lnTo>
                  <a:pt x="17127" y="119642"/>
                </a:lnTo>
                <a:lnTo>
                  <a:pt x="18070" y="120437"/>
                </a:lnTo>
                <a:lnTo>
                  <a:pt x="19014" y="121181"/>
                </a:lnTo>
                <a:lnTo>
                  <a:pt x="19957" y="121926"/>
                </a:lnTo>
                <a:lnTo>
                  <a:pt x="20950" y="122571"/>
                </a:lnTo>
                <a:lnTo>
                  <a:pt x="21992" y="123266"/>
                </a:lnTo>
                <a:lnTo>
                  <a:pt x="23035" y="123862"/>
                </a:lnTo>
                <a:lnTo>
                  <a:pt x="24077" y="124458"/>
                </a:lnTo>
                <a:lnTo>
                  <a:pt x="25169" y="125004"/>
                </a:lnTo>
                <a:lnTo>
                  <a:pt x="26212" y="125500"/>
                </a:lnTo>
                <a:lnTo>
                  <a:pt x="27354" y="125947"/>
                </a:lnTo>
                <a:lnTo>
                  <a:pt x="28446" y="126394"/>
                </a:lnTo>
                <a:lnTo>
                  <a:pt x="29588" y="126741"/>
                </a:lnTo>
                <a:lnTo>
                  <a:pt x="30680" y="127089"/>
                </a:lnTo>
                <a:lnTo>
                  <a:pt x="31822" y="127337"/>
                </a:lnTo>
                <a:lnTo>
                  <a:pt x="32964" y="127585"/>
                </a:lnTo>
                <a:lnTo>
                  <a:pt x="34105" y="127784"/>
                </a:lnTo>
                <a:lnTo>
                  <a:pt x="35247" y="127883"/>
                </a:lnTo>
                <a:lnTo>
                  <a:pt x="36389" y="127982"/>
                </a:lnTo>
                <a:lnTo>
                  <a:pt x="37531" y="128032"/>
                </a:lnTo>
                <a:lnTo>
                  <a:pt x="186661" y="128032"/>
                </a:lnTo>
                <a:lnTo>
                  <a:pt x="189044" y="127982"/>
                </a:lnTo>
                <a:lnTo>
                  <a:pt x="191526" y="127933"/>
                </a:lnTo>
                <a:lnTo>
                  <a:pt x="194157" y="127833"/>
                </a:lnTo>
                <a:lnTo>
                  <a:pt x="196888" y="127734"/>
                </a:lnTo>
                <a:lnTo>
                  <a:pt x="202646" y="127387"/>
                </a:lnTo>
                <a:lnTo>
                  <a:pt x="208554" y="126890"/>
                </a:lnTo>
                <a:lnTo>
                  <a:pt x="214412" y="126344"/>
                </a:lnTo>
                <a:lnTo>
                  <a:pt x="220121" y="125699"/>
                </a:lnTo>
                <a:lnTo>
                  <a:pt x="222851" y="125351"/>
                </a:lnTo>
                <a:lnTo>
                  <a:pt x="225433" y="125004"/>
                </a:lnTo>
                <a:lnTo>
                  <a:pt x="227915" y="124607"/>
                </a:lnTo>
                <a:lnTo>
                  <a:pt x="230248" y="124259"/>
                </a:lnTo>
                <a:lnTo>
                  <a:pt x="257999" y="119394"/>
                </a:lnTo>
                <a:lnTo>
                  <a:pt x="259091" y="119195"/>
                </a:lnTo>
                <a:lnTo>
                  <a:pt x="260183" y="118898"/>
                </a:lnTo>
                <a:lnTo>
                  <a:pt x="261276" y="118600"/>
                </a:lnTo>
                <a:lnTo>
                  <a:pt x="262368" y="118203"/>
                </a:lnTo>
                <a:lnTo>
                  <a:pt x="263410" y="117756"/>
                </a:lnTo>
                <a:lnTo>
                  <a:pt x="264453" y="117309"/>
                </a:lnTo>
                <a:lnTo>
                  <a:pt x="265495" y="116763"/>
                </a:lnTo>
                <a:lnTo>
                  <a:pt x="266488" y="116217"/>
                </a:lnTo>
                <a:lnTo>
                  <a:pt x="267481" y="115621"/>
                </a:lnTo>
                <a:lnTo>
                  <a:pt x="268474" y="114976"/>
                </a:lnTo>
                <a:lnTo>
                  <a:pt x="269417" y="114281"/>
                </a:lnTo>
                <a:lnTo>
                  <a:pt x="270311" y="113536"/>
                </a:lnTo>
                <a:lnTo>
                  <a:pt x="271204" y="112791"/>
                </a:lnTo>
                <a:lnTo>
                  <a:pt x="272098" y="111997"/>
                </a:lnTo>
                <a:lnTo>
                  <a:pt x="272942" y="111153"/>
                </a:lnTo>
                <a:lnTo>
                  <a:pt x="273736" y="110309"/>
                </a:lnTo>
                <a:lnTo>
                  <a:pt x="274531" y="109416"/>
                </a:lnTo>
                <a:lnTo>
                  <a:pt x="275226" y="108522"/>
                </a:lnTo>
                <a:lnTo>
                  <a:pt x="275970" y="107579"/>
                </a:lnTo>
                <a:lnTo>
                  <a:pt x="276616" y="106586"/>
                </a:lnTo>
                <a:lnTo>
                  <a:pt x="277261" y="105593"/>
                </a:lnTo>
                <a:lnTo>
                  <a:pt x="277857" y="104600"/>
                </a:lnTo>
                <a:lnTo>
                  <a:pt x="278403" y="103558"/>
                </a:lnTo>
                <a:lnTo>
                  <a:pt x="278899" y="102515"/>
                </a:lnTo>
                <a:lnTo>
                  <a:pt x="279346" y="101473"/>
                </a:lnTo>
                <a:lnTo>
                  <a:pt x="279793" y="100380"/>
                </a:lnTo>
                <a:lnTo>
                  <a:pt x="280140" y="99338"/>
                </a:lnTo>
                <a:lnTo>
                  <a:pt x="280488" y="98196"/>
                </a:lnTo>
                <a:lnTo>
                  <a:pt x="280736" y="97104"/>
                </a:lnTo>
                <a:lnTo>
                  <a:pt x="280984" y="96012"/>
                </a:lnTo>
                <a:lnTo>
                  <a:pt x="281133" y="94870"/>
                </a:lnTo>
                <a:lnTo>
                  <a:pt x="281232" y="93728"/>
                </a:lnTo>
                <a:lnTo>
                  <a:pt x="285700" y="34255"/>
                </a:lnTo>
                <a:lnTo>
                  <a:pt x="285750" y="33163"/>
                </a:lnTo>
                <a:lnTo>
                  <a:pt x="285750" y="32021"/>
                </a:lnTo>
                <a:lnTo>
                  <a:pt x="285700" y="30929"/>
                </a:lnTo>
                <a:lnTo>
                  <a:pt x="285601" y="29837"/>
                </a:lnTo>
                <a:lnTo>
                  <a:pt x="285403" y="28745"/>
                </a:lnTo>
                <a:lnTo>
                  <a:pt x="285204" y="27652"/>
                </a:lnTo>
                <a:lnTo>
                  <a:pt x="284956" y="26560"/>
                </a:lnTo>
                <a:lnTo>
                  <a:pt x="284608" y="25518"/>
                </a:lnTo>
                <a:lnTo>
                  <a:pt x="284261" y="24525"/>
                </a:lnTo>
                <a:lnTo>
                  <a:pt x="283864" y="23482"/>
                </a:lnTo>
                <a:lnTo>
                  <a:pt x="283417" y="22489"/>
                </a:lnTo>
                <a:lnTo>
                  <a:pt x="282871" y="21546"/>
                </a:lnTo>
                <a:lnTo>
                  <a:pt x="282374" y="20603"/>
                </a:lnTo>
                <a:lnTo>
                  <a:pt x="281779" y="19660"/>
                </a:lnTo>
                <a:lnTo>
                  <a:pt x="281133" y="18766"/>
                </a:lnTo>
                <a:lnTo>
                  <a:pt x="280488" y="17922"/>
                </a:lnTo>
                <a:lnTo>
                  <a:pt x="279793" y="17078"/>
                </a:lnTo>
                <a:lnTo>
                  <a:pt x="279048" y="16284"/>
                </a:lnTo>
                <a:lnTo>
                  <a:pt x="278254" y="15490"/>
                </a:lnTo>
                <a:lnTo>
                  <a:pt x="277459" y="14745"/>
                </a:lnTo>
                <a:lnTo>
                  <a:pt x="276616" y="14050"/>
                </a:lnTo>
                <a:lnTo>
                  <a:pt x="275772" y="13405"/>
                </a:lnTo>
                <a:lnTo>
                  <a:pt x="274828" y="12809"/>
                </a:lnTo>
                <a:lnTo>
                  <a:pt x="273935" y="12213"/>
                </a:lnTo>
                <a:lnTo>
                  <a:pt x="272992" y="11667"/>
                </a:lnTo>
                <a:lnTo>
                  <a:pt x="271999" y="11171"/>
                </a:lnTo>
                <a:lnTo>
                  <a:pt x="270956" y="10724"/>
                </a:lnTo>
                <a:lnTo>
                  <a:pt x="269963" y="10376"/>
                </a:lnTo>
                <a:lnTo>
                  <a:pt x="268871" y="10029"/>
                </a:lnTo>
                <a:lnTo>
                  <a:pt x="267829" y="9731"/>
                </a:lnTo>
                <a:lnTo>
                  <a:pt x="266736" y="9483"/>
                </a:lnTo>
                <a:lnTo>
                  <a:pt x="265595" y="9284"/>
                </a:lnTo>
                <a:lnTo>
                  <a:pt x="222603" y="3128"/>
                </a:lnTo>
                <a:lnTo>
                  <a:pt x="217788" y="2483"/>
                </a:lnTo>
                <a:lnTo>
                  <a:pt x="212426" y="1887"/>
                </a:lnTo>
                <a:lnTo>
                  <a:pt x="206717" y="1391"/>
                </a:lnTo>
                <a:lnTo>
                  <a:pt x="200809" y="894"/>
                </a:lnTo>
                <a:lnTo>
                  <a:pt x="194902" y="547"/>
                </a:lnTo>
                <a:lnTo>
                  <a:pt x="189193" y="249"/>
                </a:lnTo>
                <a:lnTo>
                  <a:pt x="183782" y="51"/>
                </a:lnTo>
                <a:lnTo>
                  <a:pt x="178916" y="1"/>
                </a:lnTo>
                <a:close/>
              </a:path>
            </a:pathLst>
          </a:custGeom>
          <a:solidFill>
            <a:srgbClr val="FEE6C2"/>
          </a:solidFill>
          <a:ln>
            <a:noFill/>
          </a:ln>
        </p:spPr>
        <p:txBody>
          <a:bodyPr spcFirstLastPara="1" wrap="square" lIns="64007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451" name="Google Shape;451;p1">
            <a:extLst>
              <a:ext uri="{FF2B5EF4-FFF2-40B4-BE49-F238E27FC236}">
                <a16:creationId xmlns:a16="http://schemas.microsoft.com/office/drawing/2014/main" id="{5E82364C-90E0-C269-36EB-22157D6D0795}"/>
              </a:ext>
            </a:extLst>
          </p:cNvPr>
          <p:cNvSpPr/>
          <p:nvPr/>
        </p:nvSpPr>
        <p:spPr>
          <a:xfrm rot="1800000">
            <a:off x="4269350" y="1835800"/>
            <a:ext cx="2385238" cy="4085004"/>
          </a:xfrm>
          <a:custGeom>
            <a:avLst/>
            <a:gdLst/>
            <a:ahLst/>
            <a:cxnLst/>
            <a:rect l="l" t="t" r="r" b="b"/>
            <a:pathLst>
              <a:path w="365" h="624" extrusionOk="0">
                <a:moveTo>
                  <a:pt x="365" y="96"/>
                </a:moveTo>
                <a:cubicBezTo>
                  <a:pt x="286" y="0"/>
                  <a:pt x="286" y="0"/>
                  <a:pt x="286" y="0"/>
                </a:cubicBezTo>
                <a:cubicBezTo>
                  <a:pt x="286" y="43"/>
                  <a:pt x="286" y="43"/>
                  <a:pt x="286" y="43"/>
                </a:cubicBezTo>
                <a:cubicBezTo>
                  <a:pt x="127" y="46"/>
                  <a:pt x="0" y="176"/>
                  <a:pt x="0" y="335"/>
                </a:cubicBezTo>
                <a:cubicBezTo>
                  <a:pt x="0" y="480"/>
                  <a:pt x="105" y="600"/>
                  <a:pt x="243" y="624"/>
                </a:cubicBezTo>
                <a:cubicBezTo>
                  <a:pt x="202" y="575"/>
                  <a:pt x="202" y="575"/>
                  <a:pt x="202" y="575"/>
                </a:cubicBezTo>
                <a:cubicBezTo>
                  <a:pt x="251" y="516"/>
                  <a:pt x="251" y="516"/>
                  <a:pt x="251" y="516"/>
                </a:cubicBezTo>
                <a:cubicBezTo>
                  <a:pt x="233" y="512"/>
                  <a:pt x="216" y="506"/>
                  <a:pt x="200" y="496"/>
                </a:cubicBezTo>
                <a:cubicBezTo>
                  <a:pt x="111" y="445"/>
                  <a:pt x="80" y="331"/>
                  <a:pt x="132" y="242"/>
                </a:cubicBezTo>
                <a:cubicBezTo>
                  <a:pt x="165" y="185"/>
                  <a:pt x="224" y="152"/>
                  <a:pt x="286" y="149"/>
                </a:cubicBezTo>
                <a:cubicBezTo>
                  <a:pt x="286" y="191"/>
                  <a:pt x="286" y="191"/>
                  <a:pt x="286" y="191"/>
                </a:cubicBezTo>
                <a:lnTo>
                  <a:pt x="365" y="96"/>
                </a:lnTo>
                <a:close/>
              </a:path>
            </a:pathLst>
          </a:custGeom>
          <a:solidFill>
            <a:srgbClr val="FFCDA8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27907;p98">
            <a:extLst>
              <a:ext uri="{FF2B5EF4-FFF2-40B4-BE49-F238E27FC236}">
                <a16:creationId xmlns:a16="http://schemas.microsoft.com/office/drawing/2014/main" id="{E05BCA29-58EA-4B33-772A-FDE43BEC7B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953" y="2840019"/>
            <a:ext cx="1592734" cy="303433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">
            <a:extLst>
              <a:ext uri="{FF2B5EF4-FFF2-40B4-BE49-F238E27FC236}">
                <a16:creationId xmlns:a16="http://schemas.microsoft.com/office/drawing/2014/main" id="{95B04E62-F399-10A9-6685-24A340A449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641" y="402336"/>
            <a:ext cx="5696077" cy="741684"/>
          </a:xfr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endParaRPr lang="en-US" dirty="0"/>
          </a:p>
        </p:txBody>
      </p:sp>
      <p:sp>
        <p:nvSpPr>
          <p:cNvPr id="446" name="Google Shape;446;p1">
            <a:extLst>
              <a:ext uri="{FF2B5EF4-FFF2-40B4-BE49-F238E27FC236}">
                <a16:creationId xmlns:a16="http://schemas.microsoft.com/office/drawing/2014/main" id="{07FE4615-1834-431E-7261-516C358151BD}"/>
              </a:ext>
            </a:extLst>
          </p:cNvPr>
          <p:cNvSpPr txBox="1"/>
          <p:nvPr/>
        </p:nvSpPr>
        <p:spPr>
          <a:xfrm rot="-599">
            <a:off x="8304653" y="1601698"/>
            <a:ext cx="2793771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endParaRPr dirty="0">
              <a:latin typeface="+mj-lt"/>
            </a:endParaRPr>
          </a:p>
        </p:txBody>
      </p:sp>
      <p:cxnSp>
        <p:nvCxnSpPr>
          <p:cNvPr id="447" name="Google Shape;447;p1">
            <a:extLst>
              <a:ext uri="{FF2B5EF4-FFF2-40B4-BE49-F238E27FC236}">
                <a16:creationId xmlns:a16="http://schemas.microsoft.com/office/drawing/2014/main" id="{1E361D87-9048-2933-CACF-20799FD7724F}"/>
              </a:ext>
            </a:extLst>
          </p:cNvPr>
          <p:cNvCxnSpPr/>
          <p:nvPr/>
        </p:nvCxnSpPr>
        <p:spPr>
          <a:xfrm>
            <a:off x="379694" y="2144300"/>
            <a:ext cx="35476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8" name="Google Shape;448;p1">
            <a:extLst>
              <a:ext uri="{FF2B5EF4-FFF2-40B4-BE49-F238E27FC236}">
                <a16:creationId xmlns:a16="http://schemas.microsoft.com/office/drawing/2014/main" id="{917407EF-650A-1E06-CEDD-73DC090CE8DA}"/>
              </a:ext>
            </a:extLst>
          </p:cNvPr>
          <p:cNvCxnSpPr/>
          <p:nvPr/>
        </p:nvCxnSpPr>
        <p:spPr>
          <a:xfrm>
            <a:off x="8057292" y="2208741"/>
            <a:ext cx="32024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2" name="Google Shape;452;p1">
            <a:extLst>
              <a:ext uri="{FF2B5EF4-FFF2-40B4-BE49-F238E27FC236}">
                <a16:creationId xmlns:a16="http://schemas.microsoft.com/office/drawing/2014/main" id="{20428DAD-CAD7-E89F-ADF3-9ECF8CB88A90}"/>
              </a:ext>
            </a:extLst>
          </p:cNvPr>
          <p:cNvSpPr/>
          <p:nvPr/>
        </p:nvSpPr>
        <p:spPr>
          <a:xfrm rot="1800000">
            <a:off x="5369631" y="2830549"/>
            <a:ext cx="2389772" cy="4071477"/>
          </a:xfrm>
          <a:custGeom>
            <a:avLst/>
            <a:gdLst/>
            <a:ahLst/>
            <a:cxnLst/>
            <a:rect l="l" t="t" r="r" b="b"/>
            <a:pathLst>
              <a:path w="365" h="623" extrusionOk="0">
                <a:moveTo>
                  <a:pt x="365" y="288"/>
                </a:moveTo>
                <a:cubicBezTo>
                  <a:pt x="365" y="144"/>
                  <a:pt x="260" y="23"/>
                  <a:pt x="122" y="0"/>
                </a:cubicBezTo>
                <a:cubicBezTo>
                  <a:pt x="162" y="49"/>
                  <a:pt x="162" y="49"/>
                  <a:pt x="162" y="49"/>
                </a:cubicBezTo>
                <a:cubicBezTo>
                  <a:pt x="114" y="107"/>
                  <a:pt x="114" y="107"/>
                  <a:pt x="114" y="107"/>
                </a:cubicBezTo>
                <a:cubicBezTo>
                  <a:pt x="131" y="111"/>
                  <a:pt x="149" y="118"/>
                  <a:pt x="165" y="127"/>
                </a:cubicBezTo>
                <a:cubicBezTo>
                  <a:pt x="254" y="179"/>
                  <a:pt x="284" y="292"/>
                  <a:pt x="233" y="381"/>
                </a:cubicBezTo>
                <a:cubicBezTo>
                  <a:pt x="200" y="439"/>
                  <a:pt x="140" y="472"/>
                  <a:pt x="79" y="474"/>
                </a:cubicBezTo>
                <a:cubicBezTo>
                  <a:pt x="79" y="432"/>
                  <a:pt x="79" y="432"/>
                  <a:pt x="79" y="432"/>
                </a:cubicBezTo>
                <a:cubicBezTo>
                  <a:pt x="0" y="528"/>
                  <a:pt x="0" y="528"/>
                  <a:pt x="0" y="528"/>
                </a:cubicBezTo>
                <a:cubicBezTo>
                  <a:pt x="79" y="623"/>
                  <a:pt x="79" y="623"/>
                  <a:pt x="79" y="623"/>
                </a:cubicBezTo>
                <a:cubicBezTo>
                  <a:pt x="79" y="581"/>
                  <a:pt x="79" y="581"/>
                  <a:pt x="79" y="581"/>
                </a:cubicBezTo>
                <a:cubicBezTo>
                  <a:pt x="237" y="577"/>
                  <a:pt x="365" y="448"/>
                  <a:pt x="365" y="288"/>
                </a:cubicBezTo>
                <a:close/>
              </a:path>
            </a:pathLst>
          </a:custGeom>
          <a:solidFill>
            <a:srgbClr val="FE7C39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B28FB-9866-59E5-1816-3C86B5F2E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25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B94645F3-2EE2-126C-BDB6-70E3B48E5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0E6E00AC-3763-CADA-E668-FD96C481FD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56337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6E00AC-3763-CADA-E668-FD96C481FD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" name="Google Shape;458;p2">
            <a:extLst>
              <a:ext uri="{FF2B5EF4-FFF2-40B4-BE49-F238E27FC236}">
                <a16:creationId xmlns:a16="http://schemas.microsoft.com/office/drawing/2014/main" id="{7AF29F62-95B0-D6A8-A955-CF94B49C6F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7587" y="231889"/>
            <a:ext cx="11641683" cy="915289"/>
          </a:xfr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buClr>
                <a:schemeClr val="dk1"/>
              </a:buClr>
              <a:buSzPts val="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2" name="Google Shape;462;p2">
            <a:extLst>
              <a:ext uri="{FF2B5EF4-FFF2-40B4-BE49-F238E27FC236}">
                <a16:creationId xmlns:a16="http://schemas.microsoft.com/office/drawing/2014/main" id="{C03FFD97-5E3F-7EC2-387C-1139C41BB502}"/>
              </a:ext>
            </a:extLst>
          </p:cNvPr>
          <p:cNvSpPr/>
          <p:nvPr/>
        </p:nvSpPr>
        <p:spPr>
          <a:xfrm>
            <a:off x="5409143" y="786226"/>
            <a:ext cx="6782857" cy="1424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>
              <a:buClr>
                <a:srgbClr val="000000"/>
              </a:buClr>
              <a:buSzPts val="900"/>
            </a:pPr>
            <a:endParaRPr sz="1400" dirty="0">
              <a:latin typeface="+mj-lt"/>
            </a:endParaRPr>
          </a:p>
        </p:txBody>
      </p:sp>
      <p:sp>
        <p:nvSpPr>
          <p:cNvPr id="463" name="Google Shape;463;p2">
            <a:extLst>
              <a:ext uri="{FF2B5EF4-FFF2-40B4-BE49-F238E27FC236}">
                <a16:creationId xmlns:a16="http://schemas.microsoft.com/office/drawing/2014/main" id="{0F3AE5FD-150D-2B4B-9B86-08DBC48E4EBF}"/>
              </a:ext>
            </a:extLst>
          </p:cNvPr>
          <p:cNvSpPr/>
          <p:nvPr/>
        </p:nvSpPr>
        <p:spPr>
          <a:xfrm>
            <a:off x="5409141" y="2181847"/>
            <a:ext cx="6693815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>
              <a:buClr>
                <a:srgbClr val="000000"/>
              </a:buClr>
              <a:buSzPts val="900"/>
            </a:pPr>
            <a:endParaRPr sz="1400" dirty="0"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">
            <a:extLst>
              <a:ext uri="{FF2B5EF4-FFF2-40B4-BE49-F238E27FC236}">
                <a16:creationId xmlns:a16="http://schemas.microsoft.com/office/drawing/2014/main" id="{CEDE6DC0-801C-8A33-818D-18FC83E68C36}"/>
              </a:ext>
            </a:extLst>
          </p:cNvPr>
          <p:cNvSpPr/>
          <p:nvPr/>
        </p:nvSpPr>
        <p:spPr>
          <a:xfrm>
            <a:off x="5409140" y="3342103"/>
            <a:ext cx="6693815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>
              <a:buClr>
                <a:schemeClr val="dk1"/>
              </a:buClr>
              <a:buSzPts val="800"/>
            </a:pPr>
            <a:endParaRPr sz="1400" dirty="0">
              <a:latin typeface="+mj-lt"/>
            </a:endParaRPr>
          </a:p>
        </p:txBody>
      </p:sp>
      <p:sp>
        <p:nvSpPr>
          <p:cNvPr id="465" name="Google Shape;465;p2">
            <a:extLst>
              <a:ext uri="{FF2B5EF4-FFF2-40B4-BE49-F238E27FC236}">
                <a16:creationId xmlns:a16="http://schemas.microsoft.com/office/drawing/2014/main" id="{85C4B72A-080E-A094-272C-F62CF92BE35E}"/>
              </a:ext>
            </a:extLst>
          </p:cNvPr>
          <p:cNvSpPr/>
          <p:nvPr/>
        </p:nvSpPr>
        <p:spPr>
          <a:xfrm>
            <a:off x="5409140" y="4119981"/>
            <a:ext cx="6591076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>
              <a:buClr>
                <a:srgbClr val="000000"/>
              </a:buClr>
              <a:buSzPts val="900"/>
            </a:pPr>
            <a:endParaRPr sz="1400" dirty="0">
              <a:latin typeface="+mj-lt"/>
            </a:endParaRPr>
          </a:p>
        </p:txBody>
      </p:sp>
      <p:sp>
        <p:nvSpPr>
          <p:cNvPr id="466" name="Google Shape;466;p2">
            <a:extLst>
              <a:ext uri="{FF2B5EF4-FFF2-40B4-BE49-F238E27FC236}">
                <a16:creationId xmlns:a16="http://schemas.microsoft.com/office/drawing/2014/main" id="{7FCD4036-0A2C-596D-AF2D-3A906940E651}"/>
              </a:ext>
            </a:extLst>
          </p:cNvPr>
          <p:cNvSpPr/>
          <p:nvPr/>
        </p:nvSpPr>
        <p:spPr>
          <a:xfrm>
            <a:off x="5409139" y="5282179"/>
            <a:ext cx="6693815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>
              <a:buClr>
                <a:srgbClr val="000000"/>
              </a:buClr>
              <a:buSzPts val="900"/>
            </a:pPr>
            <a:endParaRPr sz="1400" dirty="0">
              <a:latin typeface="+mj-lt"/>
            </a:endParaRPr>
          </a:p>
        </p:txBody>
      </p:sp>
      <p:sp>
        <p:nvSpPr>
          <p:cNvPr id="484" name="Google Shape;484;p2">
            <a:extLst>
              <a:ext uri="{FF2B5EF4-FFF2-40B4-BE49-F238E27FC236}">
                <a16:creationId xmlns:a16="http://schemas.microsoft.com/office/drawing/2014/main" id="{84269296-B2B5-F3AE-084F-CD0A817AECC3}"/>
              </a:ext>
            </a:extLst>
          </p:cNvPr>
          <p:cNvSpPr/>
          <p:nvPr/>
        </p:nvSpPr>
        <p:spPr>
          <a:xfrm rot="12954919" flipH="1">
            <a:off x="3336025" y="2027087"/>
            <a:ext cx="1611809" cy="16118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026"/>
            </a:pPr>
            <a:endParaRPr sz="83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">
            <a:extLst>
              <a:ext uri="{FF2B5EF4-FFF2-40B4-BE49-F238E27FC236}">
                <a16:creationId xmlns:a16="http://schemas.microsoft.com/office/drawing/2014/main" id="{A29D98E7-2EB3-6D7B-1AAB-7D0939A37215}"/>
              </a:ext>
            </a:extLst>
          </p:cNvPr>
          <p:cNvSpPr/>
          <p:nvPr/>
        </p:nvSpPr>
        <p:spPr>
          <a:xfrm rot="8638206">
            <a:off x="1438297" y="2026853"/>
            <a:ext cx="1611758" cy="1611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026"/>
            </a:pPr>
            <a:endParaRPr sz="83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">
            <a:extLst>
              <a:ext uri="{FF2B5EF4-FFF2-40B4-BE49-F238E27FC236}">
                <a16:creationId xmlns:a16="http://schemas.microsoft.com/office/drawing/2014/main" id="{6243D041-ECEE-2295-09F8-79D0C68270F5}"/>
              </a:ext>
            </a:extLst>
          </p:cNvPr>
          <p:cNvSpPr/>
          <p:nvPr/>
        </p:nvSpPr>
        <p:spPr>
          <a:xfrm>
            <a:off x="610147" y="1669590"/>
            <a:ext cx="4886373" cy="4653813"/>
          </a:xfrm>
          <a:prstGeom prst="pentagon">
            <a:avLst>
              <a:gd name="hf" fmla="val 105146"/>
              <a:gd name="vf" fmla="val 110557"/>
            </a:avLst>
          </a:prstGeom>
          <a:noFill/>
          <a:ln w="57150" cap="rnd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026"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">
            <a:extLst>
              <a:ext uri="{FF2B5EF4-FFF2-40B4-BE49-F238E27FC236}">
                <a16:creationId xmlns:a16="http://schemas.microsoft.com/office/drawing/2014/main" id="{C7BBD24C-C0F3-90EF-6CDD-919CF0848577}"/>
              </a:ext>
            </a:extLst>
          </p:cNvPr>
          <p:cNvSpPr/>
          <p:nvPr/>
        </p:nvSpPr>
        <p:spPr>
          <a:xfrm rot="4328038">
            <a:off x="714040" y="4137195"/>
            <a:ext cx="782549" cy="782548"/>
          </a:xfrm>
          <a:prstGeom prst="ellipse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026"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D8EF53-9012-A0E7-6A0C-BC7472E36A9C}"/>
              </a:ext>
            </a:extLst>
          </p:cNvPr>
          <p:cNvSpPr/>
          <p:nvPr/>
        </p:nvSpPr>
        <p:spPr>
          <a:xfrm flipH="1">
            <a:off x="5124446" y="848146"/>
            <a:ext cx="45719" cy="1211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026"/>
            </a:pPr>
            <a:endParaRPr lang="en-GB" sz="11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4E59CC-F53E-749D-F748-4B0EB9401A2A}"/>
              </a:ext>
            </a:extLst>
          </p:cNvPr>
          <p:cNvSpPr/>
          <p:nvPr/>
        </p:nvSpPr>
        <p:spPr>
          <a:xfrm>
            <a:off x="5124445" y="2210642"/>
            <a:ext cx="45719" cy="1005169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026"/>
            </a:pPr>
            <a:endParaRPr lang="en-GB" sz="11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A3DF0D-7EC0-2E3D-71D4-A710378F1541}"/>
              </a:ext>
            </a:extLst>
          </p:cNvPr>
          <p:cNvSpPr/>
          <p:nvPr/>
        </p:nvSpPr>
        <p:spPr>
          <a:xfrm>
            <a:off x="5123708" y="3370191"/>
            <a:ext cx="45719" cy="6262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026"/>
            </a:pPr>
            <a:endParaRPr lang="en-GB" sz="11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61A633-F572-DAE1-908B-C7E9B71FB10C}"/>
              </a:ext>
            </a:extLst>
          </p:cNvPr>
          <p:cNvSpPr/>
          <p:nvPr/>
        </p:nvSpPr>
        <p:spPr>
          <a:xfrm>
            <a:off x="5123708" y="4132454"/>
            <a:ext cx="45719" cy="10559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026"/>
            </a:pPr>
            <a:endParaRPr lang="en-GB" sz="11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484753-E479-25A2-4231-B3C01D9A570D}"/>
              </a:ext>
            </a:extLst>
          </p:cNvPr>
          <p:cNvSpPr/>
          <p:nvPr/>
        </p:nvSpPr>
        <p:spPr>
          <a:xfrm>
            <a:off x="5123708" y="5324468"/>
            <a:ext cx="45719" cy="107371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026"/>
            </a:pPr>
            <a:endParaRPr lang="en-GB" sz="110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BEC6F2D-83AD-7ADF-6B59-DE67AE90A46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77730" y="1557913"/>
            <a:ext cx="3981019" cy="3937570"/>
            <a:chOff x="529200" y="2059200"/>
            <a:chExt cx="4424400" cy="4881600"/>
          </a:xfrm>
        </p:grpSpPr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F1F0DC63-CAD3-3D62-DCB0-913EBC9CE00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9200" y="2059200"/>
              <a:ext cx="3096641" cy="1464480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lIns="45720" rIns="45720" anchor="ctr"/>
            <a:lstStyle/>
            <a:p>
              <a:pPr marL="114300" indent="-114300" algn="ctr">
                <a:spcAft>
                  <a:spcPts val="600"/>
                </a:spcAft>
              </a:pPr>
              <a:endParaRPr lang="en-GB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D10451F4-2796-146F-3E1F-6936B9DA22C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42605" y="3523679"/>
              <a:ext cx="2083237" cy="2176332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lIns="45720" rIns="45720" anchor="ctr"/>
            <a:lstStyle/>
            <a:p>
              <a:pPr algn="ctr">
                <a:buClr>
                  <a:srgbClr val="000000"/>
                </a:buClr>
                <a:buSzPts val="900"/>
              </a:pPr>
              <a:endParaRPr lang="en-US" sz="2000" dirty="0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Rectangle 5">
              <a:extLst>
                <a:ext uri="{FF2B5EF4-FFF2-40B4-BE49-F238E27FC236}">
                  <a16:creationId xmlns:a16="http://schemas.microsoft.com/office/drawing/2014/main" id="{FA032C45-192C-84DD-FC04-289A5DB222C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42605" y="5700012"/>
              <a:ext cx="3410995" cy="1240788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20" rIns="45720" anchor="ctr"/>
            <a:lstStyle/>
            <a:p>
              <a:pPr algn="ctr">
                <a:buClr>
                  <a:srgbClr val="000000"/>
                </a:buClr>
                <a:buSzPts val="900"/>
              </a:pPr>
              <a:endParaRPr lang="en-US" sz="2000" dirty="0"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Rectangle 8">
              <a:extLst>
                <a:ext uri="{FF2B5EF4-FFF2-40B4-BE49-F238E27FC236}">
                  <a16:creationId xmlns:a16="http://schemas.microsoft.com/office/drawing/2014/main" id="{62492CB7-C93D-BE31-C244-B05FD108848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9200" y="3523680"/>
              <a:ext cx="1013405" cy="34171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vert="vert270" wrap="none" lIns="45720" rIns="45720" anchor="ctr"/>
            <a:lstStyle/>
            <a:p>
              <a:pPr algn="ctr">
                <a:buClr>
                  <a:schemeClr val="dk1"/>
                </a:buClr>
                <a:buSzPts val="800"/>
              </a:pPr>
              <a:endParaRPr lang="en-US" sz="2000" dirty="0"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7FF03365-C484-1ADF-4C38-4A10BF15585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625840" y="2059200"/>
              <a:ext cx="1327759" cy="36408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vert="vert270" wrap="none" lIns="45720" rIns="45720" anchor="ctr"/>
            <a:lstStyle/>
            <a:p>
              <a:pPr algn="ctr">
                <a:buClr>
                  <a:srgbClr val="000000"/>
                </a:buClr>
                <a:buSzPts val="900"/>
              </a:pPr>
              <a:endParaRPr lang="en-US" sz="2000" dirty="0"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" name="Graphic 9">
            <a:extLst>
              <a:ext uri="{FF2B5EF4-FFF2-40B4-BE49-F238E27FC236}">
                <a16:creationId xmlns:a16="http://schemas.microsoft.com/office/drawing/2014/main" id="{E0CEA336-2C77-1110-6D49-E128B84E9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258" y="4890501"/>
            <a:ext cx="433618" cy="43361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D1EFC80-2F10-1DE8-594C-22472DCDB1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87077" y="3818482"/>
            <a:ext cx="548640" cy="54864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5194521-8189-9460-FA33-6D688853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66815" y="4827749"/>
            <a:ext cx="442668" cy="4426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BEA8083-1DEF-C214-F8A0-4266F408CA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0069" y="3971525"/>
            <a:ext cx="473489" cy="47348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513A3AD-B712-FBD5-9174-6DFAFA565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2687" y="1913480"/>
            <a:ext cx="548640" cy="54864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9E1B011-498A-3E5E-4128-98A38F607096}"/>
              </a:ext>
            </a:extLst>
          </p:cNvPr>
          <p:cNvSpPr/>
          <p:nvPr/>
        </p:nvSpPr>
        <p:spPr>
          <a:xfrm>
            <a:off x="4458749" y="1888000"/>
            <a:ext cx="282852" cy="360748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C08CE4-C8EF-4F92-2B7E-7CB59C43A654}"/>
              </a:ext>
            </a:extLst>
          </p:cNvPr>
          <p:cNvSpPr/>
          <p:nvPr/>
        </p:nvSpPr>
        <p:spPr>
          <a:xfrm rot="5400000">
            <a:off x="2622489" y="3615245"/>
            <a:ext cx="243830" cy="39943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AFE4EA7B-24CD-F826-FFB5-FA1078E4DC14}"/>
              </a:ext>
            </a:extLst>
          </p:cNvPr>
          <p:cNvSpPr/>
          <p:nvPr/>
        </p:nvSpPr>
        <p:spPr>
          <a:xfrm>
            <a:off x="4469831" y="1557775"/>
            <a:ext cx="282852" cy="34311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CAB72852-4A6B-7B34-3363-E0E69EE4B575}"/>
              </a:ext>
            </a:extLst>
          </p:cNvPr>
          <p:cNvSpPr/>
          <p:nvPr/>
        </p:nvSpPr>
        <p:spPr>
          <a:xfrm rot="10800000">
            <a:off x="485994" y="5485037"/>
            <a:ext cx="261213" cy="24383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F686A5-6E98-076A-9680-9C88D8472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5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DC126-5CDF-21EE-5819-A984349FE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hink-cell data - do not delete" hidden="1">
            <a:extLst>
              <a:ext uri="{FF2B5EF4-FFF2-40B4-BE49-F238E27FC236}">
                <a16:creationId xmlns:a16="http://schemas.microsoft.com/office/drawing/2014/main" id="{1C2BE6C1-B2E5-9FCD-2A3C-F7D13432F8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3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2BE6C1-B2E5-9FCD-2A3C-F7D13432F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E8C2B60-330B-5E24-CD4B-4468008D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241915"/>
            <a:ext cx="11602550" cy="444321"/>
          </a:xfrm>
        </p:spPr>
        <p:txBody>
          <a:bodyPr vert="horz"/>
          <a:lstStyle/>
          <a:p>
            <a:endParaRPr lang="el-GR" dirty="0"/>
          </a:p>
        </p:txBody>
      </p:sp>
      <p:sp>
        <p:nvSpPr>
          <p:cNvPr id="425" name="Google Shape;11760;p143">
            <a:extLst>
              <a:ext uri="{FF2B5EF4-FFF2-40B4-BE49-F238E27FC236}">
                <a16:creationId xmlns:a16="http://schemas.microsoft.com/office/drawing/2014/main" id="{BB85B09E-E491-69DD-9642-BCE717CF3D0D}"/>
              </a:ext>
            </a:extLst>
          </p:cNvPr>
          <p:cNvSpPr/>
          <p:nvPr/>
        </p:nvSpPr>
        <p:spPr>
          <a:xfrm>
            <a:off x="5899883" y="5302528"/>
            <a:ext cx="397325" cy="118788"/>
          </a:xfrm>
          <a:custGeom>
            <a:avLst/>
            <a:gdLst/>
            <a:ahLst/>
            <a:cxnLst/>
            <a:rect l="l" t="t" r="r" b="b"/>
            <a:pathLst>
              <a:path w="273" h="82" extrusionOk="0">
                <a:moveTo>
                  <a:pt x="273" y="0"/>
                </a:moveTo>
                <a:cubicBezTo>
                  <a:pt x="273" y="45"/>
                  <a:pt x="212" y="82"/>
                  <a:pt x="137" y="82"/>
                </a:cubicBezTo>
                <a:cubicBezTo>
                  <a:pt x="61" y="82"/>
                  <a:pt x="0" y="45"/>
                  <a:pt x="0" y="0"/>
                </a:cubicBezTo>
                <a:lnTo>
                  <a:pt x="27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Rectangle: Rounded Corners 425">
            <a:extLst>
              <a:ext uri="{FF2B5EF4-FFF2-40B4-BE49-F238E27FC236}">
                <a16:creationId xmlns:a16="http://schemas.microsoft.com/office/drawing/2014/main" id="{0A87D2D5-403A-4C95-DDD5-6390068E68E7}"/>
              </a:ext>
            </a:extLst>
          </p:cNvPr>
          <p:cNvSpPr/>
          <p:nvPr/>
        </p:nvSpPr>
        <p:spPr>
          <a:xfrm>
            <a:off x="427744" y="1165973"/>
            <a:ext cx="11351523" cy="4925435"/>
          </a:xfrm>
          <a:prstGeom prst="roundRect">
            <a:avLst>
              <a:gd name="adj" fmla="val 8724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dist="38100" dir="5400000" algn="t" rotWithShape="0">
              <a:srgbClr val="A1A8B3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216000" rIns="36000" bIns="36000" rtlCol="0" anchor="t"/>
          <a:lstStyle/>
          <a:p>
            <a:pPr algn="ctr"/>
            <a:endParaRPr lang="en-US" sz="900" b="1">
              <a:solidFill>
                <a:schemeClr val="dk1"/>
              </a:solidFill>
              <a:cs typeface="Arial"/>
            </a:endParaRPr>
          </a:p>
        </p:txBody>
      </p:sp>
      <p:sp>
        <p:nvSpPr>
          <p:cNvPr id="427" name="Google Shape;11770;p143">
            <a:extLst>
              <a:ext uri="{FF2B5EF4-FFF2-40B4-BE49-F238E27FC236}">
                <a16:creationId xmlns:a16="http://schemas.microsoft.com/office/drawing/2014/main" id="{EC3A0F1B-6BC6-2CC7-9907-F81D2057B1BE}"/>
              </a:ext>
            </a:extLst>
          </p:cNvPr>
          <p:cNvSpPr/>
          <p:nvPr/>
        </p:nvSpPr>
        <p:spPr>
          <a:xfrm>
            <a:off x="846813" y="1750208"/>
            <a:ext cx="635355" cy="52396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11773;p143">
            <a:extLst>
              <a:ext uri="{FF2B5EF4-FFF2-40B4-BE49-F238E27FC236}">
                <a16:creationId xmlns:a16="http://schemas.microsoft.com/office/drawing/2014/main" id="{7D65E9B3-D2D9-014C-947E-AA84F096C2FF}"/>
              </a:ext>
            </a:extLst>
          </p:cNvPr>
          <p:cNvSpPr/>
          <p:nvPr/>
        </p:nvSpPr>
        <p:spPr>
          <a:xfrm>
            <a:off x="849568" y="3919597"/>
            <a:ext cx="635355" cy="52396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 b="0" i="0" u="none" strike="noStrike" cap="non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11789;p143">
            <a:extLst>
              <a:ext uri="{FF2B5EF4-FFF2-40B4-BE49-F238E27FC236}">
                <a16:creationId xmlns:a16="http://schemas.microsoft.com/office/drawing/2014/main" id="{6048AB18-B102-FA47-571F-79BD2147C83F}"/>
              </a:ext>
            </a:extLst>
          </p:cNvPr>
          <p:cNvSpPr/>
          <p:nvPr/>
        </p:nvSpPr>
        <p:spPr>
          <a:xfrm>
            <a:off x="10585105" y="1743634"/>
            <a:ext cx="637200" cy="523967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b="1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0</a:t>
            </a:r>
            <a:r>
              <a:rPr lang="en-US" b="1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3</a:t>
            </a:r>
            <a:endParaRPr b="1" dirty="0">
              <a:solidFill>
                <a:schemeClr val="dk1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13538AA0-7635-C4C1-E782-27CA5F458313}"/>
              </a:ext>
            </a:extLst>
          </p:cNvPr>
          <p:cNvGrpSpPr/>
          <p:nvPr/>
        </p:nvGrpSpPr>
        <p:grpSpPr>
          <a:xfrm>
            <a:off x="4995472" y="2019919"/>
            <a:ext cx="2223066" cy="3097374"/>
            <a:chOff x="5014095" y="2360908"/>
            <a:chExt cx="2167878" cy="3011682"/>
          </a:xfrm>
        </p:grpSpPr>
        <p:sp>
          <p:nvSpPr>
            <p:cNvPr id="440" name="Google Shape;11757;p143">
              <a:extLst>
                <a:ext uri="{FF2B5EF4-FFF2-40B4-BE49-F238E27FC236}">
                  <a16:creationId xmlns:a16="http://schemas.microsoft.com/office/drawing/2014/main" id="{E7906A6E-692A-BF99-6E9E-1484CD95DC74}"/>
                </a:ext>
              </a:extLst>
            </p:cNvPr>
            <p:cNvSpPr/>
            <p:nvPr/>
          </p:nvSpPr>
          <p:spPr>
            <a:xfrm>
              <a:off x="5750375" y="4984480"/>
              <a:ext cx="696342" cy="118788"/>
            </a:xfrm>
            <a:custGeom>
              <a:avLst/>
              <a:gdLst/>
              <a:ahLst/>
              <a:cxnLst/>
              <a:rect l="l" t="t" r="r" b="b"/>
              <a:pathLst>
                <a:path w="479" h="82" extrusionOk="0">
                  <a:moveTo>
                    <a:pt x="479" y="41"/>
                  </a:moveTo>
                  <a:cubicBezTo>
                    <a:pt x="479" y="63"/>
                    <a:pt x="456" y="82"/>
                    <a:pt x="427" y="82"/>
                  </a:cubicBezTo>
                  <a:cubicBezTo>
                    <a:pt x="52" y="82"/>
                    <a:pt x="52" y="82"/>
                    <a:pt x="52" y="82"/>
                  </a:cubicBezTo>
                  <a:cubicBezTo>
                    <a:pt x="23" y="82"/>
                    <a:pt x="0" y="6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23" y="0"/>
                    <a:pt x="52" y="0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56" y="0"/>
                    <a:pt x="479" y="18"/>
                    <a:pt x="479" y="4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11758;p143">
              <a:extLst>
                <a:ext uri="{FF2B5EF4-FFF2-40B4-BE49-F238E27FC236}">
                  <a16:creationId xmlns:a16="http://schemas.microsoft.com/office/drawing/2014/main" id="{8B8AF083-56E1-9D17-94F2-E50911E6B811}"/>
                </a:ext>
              </a:extLst>
            </p:cNvPr>
            <p:cNvSpPr/>
            <p:nvPr/>
          </p:nvSpPr>
          <p:spPr>
            <a:xfrm>
              <a:off x="5750375" y="5118629"/>
              <a:ext cx="696342" cy="118788"/>
            </a:xfrm>
            <a:custGeom>
              <a:avLst/>
              <a:gdLst/>
              <a:ahLst/>
              <a:cxnLst/>
              <a:rect l="l" t="t" r="r" b="b"/>
              <a:pathLst>
                <a:path w="479" h="82" extrusionOk="0">
                  <a:moveTo>
                    <a:pt x="479" y="41"/>
                  </a:moveTo>
                  <a:cubicBezTo>
                    <a:pt x="479" y="63"/>
                    <a:pt x="456" y="82"/>
                    <a:pt x="427" y="82"/>
                  </a:cubicBezTo>
                  <a:cubicBezTo>
                    <a:pt x="52" y="82"/>
                    <a:pt x="52" y="82"/>
                    <a:pt x="52" y="82"/>
                  </a:cubicBezTo>
                  <a:cubicBezTo>
                    <a:pt x="23" y="82"/>
                    <a:pt x="0" y="6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23" y="0"/>
                    <a:pt x="52" y="0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56" y="0"/>
                    <a:pt x="479" y="18"/>
                    <a:pt x="479" y="4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11759;p143">
              <a:extLst>
                <a:ext uri="{FF2B5EF4-FFF2-40B4-BE49-F238E27FC236}">
                  <a16:creationId xmlns:a16="http://schemas.microsoft.com/office/drawing/2014/main" id="{87702DE6-0FA4-DDBF-5C03-7F85371FF2F8}"/>
                </a:ext>
              </a:extLst>
            </p:cNvPr>
            <p:cNvSpPr/>
            <p:nvPr/>
          </p:nvSpPr>
          <p:spPr>
            <a:xfrm>
              <a:off x="5750375" y="5253802"/>
              <a:ext cx="696342" cy="118788"/>
            </a:xfrm>
            <a:custGeom>
              <a:avLst/>
              <a:gdLst/>
              <a:ahLst/>
              <a:cxnLst/>
              <a:rect l="l" t="t" r="r" b="b"/>
              <a:pathLst>
                <a:path w="479" h="82" extrusionOk="0">
                  <a:moveTo>
                    <a:pt x="479" y="41"/>
                  </a:moveTo>
                  <a:cubicBezTo>
                    <a:pt x="479" y="64"/>
                    <a:pt x="456" y="82"/>
                    <a:pt x="427" y="82"/>
                  </a:cubicBezTo>
                  <a:cubicBezTo>
                    <a:pt x="52" y="82"/>
                    <a:pt x="52" y="82"/>
                    <a:pt x="52" y="82"/>
                  </a:cubicBezTo>
                  <a:cubicBezTo>
                    <a:pt x="23" y="82"/>
                    <a:pt x="0" y="64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23" y="0"/>
                    <a:pt x="52" y="0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56" y="0"/>
                    <a:pt x="479" y="18"/>
                    <a:pt x="479" y="4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11761;p143">
              <a:extLst>
                <a:ext uri="{FF2B5EF4-FFF2-40B4-BE49-F238E27FC236}">
                  <a16:creationId xmlns:a16="http://schemas.microsoft.com/office/drawing/2014/main" id="{2CB557C6-21EA-5C8F-D8E7-C73993745BC8}"/>
                </a:ext>
              </a:extLst>
            </p:cNvPr>
            <p:cNvSpPr/>
            <p:nvPr/>
          </p:nvSpPr>
          <p:spPr>
            <a:xfrm>
              <a:off x="6101618" y="2360908"/>
              <a:ext cx="822297" cy="626708"/>
            </a:xfrm>
            <a:custGeom>
              <a:avLst/>
              <a:gdLst/>
              <a:ahLst/>
              <a:cxnLst/>
              <a:rect l="l" t="t" r="r" b="b"/>
              <a:pathLst>
                <a:path w="565" h="432" extrusionOk="0">
                  <a:moveTo>
                    <a:pt x="396" y="432"/>
                  </a:moveTo>
                  <a:cubicBezTo>
                    <a:pt x="565" y="263"/>
                    <a:pt x="565" y="263"/>
                    <a:pt x="565" y="263"/>
                  </a:cubicBezTo>
                  <a:cubicBezTo>
                    <a:pt x="429" y="103"/>
                    <a:pt x="227" y="1"/>
                    <a:pt x="0" y="0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61" y="239"/>
                    <a:pt x="303" y="315"/>
                    <a:pt x="396" y="4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11762;p143">
              <a:extLst>
                <a:ext uri="{FF2B5EF4-FFF2-40B4-BE49-F238E27FC236}">
                  <a16:creationId xmlns:a16="http://schemas.microsoft.com/office/drawing/2014/main" id="{E18F28C0-4DA0-1145-99FF-555C947B43E8}"/>
                </a:ext>
              </a:extLst>
            </p:cNvPr>
            <p:cNvSpPr/>
            <p:nvPr/>
          </p:nvSpPr>
          <p:spPr>
            <a:xfrm>
              <a:off x="6682245" y="2747992"/>
              <a:ext cx="499728" cy="817179"/>
            </a:xfrm>
            <a:custGeom>
              <a:avLst/>
              <a:gdLst/>
              <a:ahLst/>
              <a:cxnLst/>
              <a:rect l="l" t="t" r="r" b="b"/>
              <a:pathLst>
                <a:path w="344" h="563" extrusionOk="0">
                  <a:moveTo>
                    <a:pt x="106" y="478"/>
                  </a:moveTo>
                  <a:cubicBezTo>
                    <a:pt x="106" y="507"/>
                    <a:pt x="103" y="535"/>
                    <a:pt x="98" y="563"/>
                  </a:cubicBezTo>
                  <a:cubicBezTo>
                    <a:pt x="339" y="563"/>
                    <a:pt x="339" y="563"/>
                    <a:pt x="339" y="563"/>
                  </a:cubicBezTo>
                  <a:cubicBezTo>
                    <a:pt x="342" y="535"/>
                    <a:pt x="344" y="507"/>
                    <a:pt x="344" y="478"/>
                  </a:cubicBezTo>
                  <a:cubicBezTo>
                    <a:pt x="344" y="296"/>
                    <a:pt x="278" y="129"/>
                    <a:pt x="17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66" y="255"/>
                    <a:pt x="106" y="362"/>
                    <a:pt x="106" y="4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11763;p143">
              <a:extLst>
                <a:ext uri="{FF2B5EF4-FFF2-40B4-BE49-F238E27FC236}">
                  <a16:creationId xmlns:a16="http://schemas.microsoft.com/office/drawing/2014/main" id="{1E4D5115-8584-78D7-5EDD-3D7558C14A17}"/>
                </a:ext>
              </a:extLst>
            </p:cNvPr>
            <p:cNvSpPr/>
            <p:nvPr/>
          </p:nvSpPr>
          <p:spPr>
            <a:xfrm>
              <a:off x="5398108" y="4032130"/>
              <a:ext cx="696342" cy="928798"/>
            </a:xfrm>
            <a:custGeom>
              <a:avLst/>
              <a:gdLst/>
              <a:ahLst/>
              <a:cxnLst/>
              <a:rect l="l" t="t" r="r" b="b"/>
              <a:pathLst>
                <a:path w="479" h="640" extrusionOk="0">
                  <a:moveTo>
                    <a:pt x="412" y="402"/>
                  </a:moveTo>
                  <a:cubicBezTo>
                    <a:pt x="398" y="351"/>
                    <a:pt x="378" y="284"/>
                    <a:pt x="337" y="217"/>
                  </a:cubicBezTo>
                  <a:cubicBezTo>
                    <a:pt x="287" y="137"/>
                    <a:pt x="222" y="59"/>
                    <a:pt x="168" y="0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42" y="216"/>
                    <a:pt x="96" y="280"/>
                    <a:pt x="134" y="343"/>
                  </a:cubicBezTo>
                  <a:cubicBezTo>
                    <a:pt x="211" y="466"/>
                    <a:pt x="173" y="640"/>
                    <a:pt x="350" y="640"/>
                  </a:cubicBezTo>
                  <a:cubicBezTo>
                    <a:pt x="462" y="640"/>
                    <a:pt x="462" y="640"/>
                    <a:pt x="462" y="640"/>
                  </a:cubicBezTo>
                  <a:cubicBezTo>
                    <a:pt x="479" y="640"/>
                    <a:pt x="479" y="640"/>
                    <a:pt x="479" y="640"/>
                  </a:cubicBezTo>
                  <a:cubicBezTo>
                    <a:pt x="479" y="402"/>
                    <a:pt x="479" y="402"/>
                    <a:pt x="479" y="402"/>
                  </a:cubicBezTo>
                  <a:lnTo>
                    <a:pt x="412" y="40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11764;p143">
              <a:extLst>
                <a:ext uri="{FF2B5EF4-FFF2-40B4-BE49-F238E27FC236}">
                  <a16:creationId xmlns:a16="http://schemas.microsoft.com/office/drawing/2014/main" id="{A6073E8C-1165-6EAF-96CC-F9EB07170B2E}"/>
                </a:ext>
              </a:extLst>
            </p:cNvPr>
            <p:cNvSpPr/>
            <p:nvPr/>
          </p:nvSpPr>
          <p:spPr>
            <a:xfrm>
              <a:off x="5014095" y="2747992"/>
              <a:ext cx="500751" cy="817179"/>
            </a:xfrm>
            <a:custGeom>
              <a:avLst/>
              <a:gdLst/>
              <a:ahLst/>
              <a:cxnLst/>
              <a:rect l="l" t="t" r="r" b="b"/>
              <a:pathLst>
                <a:path w="344" h="563" extrusionOk="0">
                  <a:moveTo>
                    <a:pt x="238" y="478"/>
                  </a:moveTo>
                  <a:cubicBezTo>
                    <a:pt x="238" y="362"/>
                    <a:pt x="278" y="255"/>
                    <a:pt x="344" y="169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66" y="129"/>
                    <a:pt x="0" y="296"/>
                    <a:pt x="0" y="478"/>
                  </a:cubicBezTo>
                  <a:cubicBezTo>
                    <a:pt x="0" y="507"/>
                    <a:pt x="2" y="535"/>
                    <a:pt x="6" y="563"/>
                  </a:cubicBezTo>
                  <a:cubicBezTo>
                    <a:pt x="246" y="563"/>
                    <a:pt x="246" y="563"/>
                    <a:pt x="246" y="563"/>
                  </a:cubicBezTo>
                  <a:cubicBezTo>
                    <a:pt x="241" y="535"/>
                    <a:pt x="238" y="507"/>
                    <a:pt x="238" y="47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11765;p143">
              <a:extLst>
                <a:ext uri="{FF2B5EF4-FFF2-40B4-BE49-F238E27FC236}">
                  <a16:creationId xmlns:a16="http://schemas.microsoft.com/office/drawing/2014/main" id="{5F5D5885-E97E-D5D6-BE45-FED2924FB449}"/>
                </a:ext>
              </a:extLst>
            </p:cNvPr>
            <p:cNvSpPr/>
            <p:nvPr/>
          </p:nvSpPr>
          <p:spPr>
            <a:xfrm>
              <a:off x="6101618" y="4031106"/>
              <a:ext cx="697366" cy="929822"/>
            </a:xfrm>
            <a:custGeom>
              <a:avLst/>
              <a:gdLst/>
              <a:ahLst/>
              <a:cxnLst/>
              <a:rect l="l" t="t" r="r" b="b"/>
              <a:pathLst>
                <a:path w="479" h="641" extrusionOk="0">
                  <a:moveTo>
                    <a:pt x="142" y="218"/>
                  </a:moveTo>
                  <a:cubicBezTo>
                    <a:pt x="100" y="285"/>
                    <a:pt x="81" y="352"/>
                    <a:pt x="67" y="403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641"/>
                    <a:pt x="0" y="641"/>
                    <a:pt x="0" y="641"/>
                  </a:cubicBezTo>
                  <a:cubicBezTo>
                    <a:pt x="16" y="641"/>
                    <a:pt x="16" y="641"/>
                    <a:pt x="16" y="641"/>
                  </a:cubicBezTo>
                  <a:cubicBezTo>
                    <a:pt x="129" y="641"/>
                    <a:pt x="129" y="641"/>
                    <a:pt x="129" y="641"/>
                  </a:cubicBezTo>
                  <a:cubicBezTo>
                    <a:pt x="306" y="641"/>
                    <a:pt x="267" y="467"/>
                    <a:pt x="344" y="344"/>
                  </a:cubicBezTo>
                  <a:cubicBezTo>
                    <a:pt x="383" y="281"/>
                    <a:pt x="436" y="216"/>
                    <a:pt x="479" y="169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257" y="59"/>
                    <a:pt x="191" y="138"/>
                    <a:pt x="142" y="2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11766;p143">
              <a:extLst>
                <a:ext uri="{FF2B5EF4-FFF2-40B4-BE49-F238E27FC236}">
                  <a16:creationId xmlns:a16="http://schemas.microsoft.com/office/drawing/2014/main" id="{CA9A7864-526F-A39F-CD5E-5C92820E02B1}"/>
                </a:ext>
              </a:extLst>
            </p:cNvPr>
            <p:cNvSpPr/>
            <p:nvPr/>
          </p:nvSpPr>
          <p:spPr>
            <a:xfrm>
              <a:off x="5023312" y="3573364"/>
              <a:ext cx="613396" cy="697367"/>
            </a:xfrm>
            <a:custGeom>
              <a:avLst/>
              <a:gdLst/>
              <a:ahLst/>
              <a:cxnLst/>
              <a:rect l="l" t="t" r="r" b="b"/>
              <a:pathLst>
                <a:path w="422" h="480" extrusionOk="0">
                  <a:moveTo>
                    <a:pt x="393" y="280"/>
                  </a:moveTo>
                  <a:cubicBezTo>
                    <a:pt x="391" y="277"/>
                    <a:pt x="389" y="275"/>
                    <a:pt x="386" y="273"/>
                  </a:cubicBezTo>
                  <a:cubicBezTo>
                    <a:pt x="379" y="266"/>
                    <a:pt x="372" y="259"/>
                    <a:pt x="365" y="251"/>
                  </a:cubicBezTo>
                  <a:cubicBezTo>
                    <a:pt x="364" y="250"/>
                    <a:pt x="363" y="249"/>
                    <a:pt x="362" y="248"/>
                  </a:cubicBezTo>
                  <a:cubicBezTo>
                    <a:pt x="299" y="177"/>
                    <a:pt x="257" y="91"/>
                    <a:pt x="24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155"/>
                    <a:pt x="85" y="296"/>
                    <a:pt x="185" y="406"/>
                  </a:cubicBezTo>
                  <a:cubicBezTo>
                    <a:pt x="184" y="406"/>
                    <a:pt x="184" y="406"/>
                    <a:pt x="184" y="406"/>
                  </a:cubicBezTo>
                  <a:cubicBezTo>
                    <a:pt x="184" y="406"/>
                    <a:pt x="185" y="408"/>
                    <a:pt x="187" y="409"/>
                  </a:cubicBezTo>
                  <a:cubicBezTo>
                    <a:pt x="198" y="421"/>
                    <a:pt x="209" y="432"/>
                    <a:pt x="220" y="443"/>
                  </a:cubicBezTo>
                  <a:cubicBezTo>
                    <a:pt x="230" y="454"/>
                    <a:pt x="242" y="466"/>
                    <a:pt x="254" y="480"/>
                  </a:cubicBezTo>
                  <a:cubicBezTo>
                    <a:pt x="422" y="311"/>
                    <a:pt x="422" y="311"/>
                    <a:pt x="422" y="311"/>
                  </a:cubicBezTo>
                  <a:cubicBezTo>
                    <a:pt x="412" y="300"/>
                    <a:pt x="402" y="289"/>
                    <a:pt x="393" y="2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11767;p143">
              <a:extLst>
                <a:ext uri="{FF2B5EF4-FFF2-40B4-BE49-F238E27FC236}">
                  <a16:creationId xmlns:a16="http://schemas.microsoft.com/office/drawing/2014/main" id="{B6245278-4B8D-F07A-3100-CEF796543247}"/>
                </a:ext>
              </a:extLst>
            </p:cNvPr>
            <p:cNvSpPr/>
            <p:nvPr/>
          </p:nvSpPr>
          <p:spPr>
            <a:xfrm>
              <a:off x="6560385" y="3573364"/>
              <a:ext cx="613396" cy="695318"/>
            </a:xfrm>
            <a:custGeom>
              <a:avLst/>
              <a:gdLst/>
              <a:ahLst/>
              <a:cxnLst/>
              <a:rect l="l" t="t" r="r" b="b"/>
              <a:pathLst>
                <a:path w="422" h="479" extrusionOk="0">
                  <a:moveTo>
                    <a:pt x="422" y="0"/>
                  </a:moveTo>
                  <a:cubicBezTo>
                    <a:pt x="181" y="0"/>
                    <a:pt x="181" y="0"/>
                    <a:pt x="181" y="0"/>
                  </a:cubicBezTo>
                  <a:cubicBezTo>
                    <a:pt x="162" y="105"/>
                    <a:pt x="111" y="201"/>
                    <a:pt x="32" y="277"/>
                  </a:cubicBezTo>
                  <a:cubicBezTo>
                    <a:pt x="28" y="280"/>
                    <a:pt x="25" y="283"/>
                    <a:pt x="22" y="286"/>
                  </a:cubicBezTo>
                  <a:cubicBezTo>
                    <a:pt x="15" y="294"/>
                    <a:pt x="7" y="302"/>
                    <a:pt x="0" y="311"/>
                  </a:cubicBezTo>
                  <a:cubicBezTo>
                    <a:pt x="168" y="479"/>
                    <a:pt x="168" y="479"/>
                    <a:pt x="168" y="479"/>
                  </a:cubicBezTo>
                  <a:cubicBezTo>
                    <a:pt x="178" y="468"/>
                    <a:pt x="187" y="458"/>
                    <a:pt x="196" y="449"/>
                  </a:cubicBezTo>
                  <a:cubicBezTo>
                    <a:pt x="318" y="333"/>
                    <a:pt x="401" y="176"/>
                    <a:pt x="4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11768;p143">
              <a:extLst>
                <a:ext uri="{FF2B5EF4-FFF2-40B4-BE49-F238E27FC236}">
                  <a16:creationId xmlns:a16="http://schemas.microsoft.com/office/drawing/2014/main" id="{47365603-D914-D9A8-02FC-CC5ED50B67D9}"/>
                </a:ext>
              </a:extLst>
            </p:cNvPr>
            <p:cNvSpPr/>
            <p:nvPr/>
          </p:nvSpPr>
          <p:spPr>
            <a:xfrm>
              <a:off x="5273176" y="2360908"/>
              <a:ext cx="821275" cy="626708"/>
            </a:xfrm>
            <a:custGeom>
              <a:avLst/>
              <a:gdLst/>
              <a:ahLst/>
              <a:cxnLst/>
              <a:rect l="l" t="t" r="r" b="b"/>
              <a:pathLst>
                <a:path w="565" h="432" extrusionOk="0">
                  <a:moveTo>
                    <a:pt x="565" y="238"/>
                  </a:moveTo>
                  <a:cubicBezTo>
                    <a:pt x="565" y="0"/>
                    <a:pt x="565" y="0"/>
                    <a:pt x="565" y="0"/>
                  </a:cubicBezTo>
                  <a:cubicBezTo>
                    <a:pt x="338" y="1"/>
                    <a:pt x="136" y="103"/>
                    <a:pt x="0" y="262"/>
                  </a:cubicBezTo>
                  <a:cubicBezTo>
                    <a:pt x="170" y="432"/>
                    <a:pt x="170" y="432"/>
                    <a:pt x="170" y="432"/>
                  </a:cubicBezTo>
                  <a:cubicBezTo>
                    <a:pt x="262" y="315"/>
                    <a:pt x="404" y="239"/>
                    <a:pt x="565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11757;p143">
              <a:extLst>
                <a:ext uri="{FF2B5EF4-FFF2-40B4-BE49-F238E27FC236}">
                  <a16:creationId xmlns:a16="http://schemas.microsoft.com/office/drawing/2014/main" id="{5170147A-10F3-6687-4A0A-22A6D407E5CF}"/>
                </a:ext>
              </a:extLst>
            </p:cNvPr>
            <p:cNvSpPr/>
            <p:nvPr/>
          </p:nvSpPr>
          <p:spPr>
            <a:xfrm>
              <a:off x="5969108" y="4014494"/>
              <a:ext cx="254512" cy="43417"/>
            </a:xfrm>
            <a:custGeom>
              <a:avLst/>
              <a:gdLst/>
              <a:ahLst/>
              <a:cxnLst/>
              <a:rect l="l" t="t" r="r" b="b"/>
              <a:pathLst>
                <a:path w="479" h="82" extrusionOk="0">
                  <a:moveTo>
                    <a:pt x="479" y="41"/>
                  </a:moveTo>
                  <a:cubicBezTo>
                    <a:pt x="479" y="63"/>
                    <a:pt x="456" y="82"/>
                    <a:pt x="427" y="82"/>
                  </a:cubicBezTo>
                  <a:cubicBezTo>
                    <a:pt x="52" y="82"/>
                    <a:pt x="52" y="82"/>
                    <a:pt x="52" y="82"/>
                  </a:cubicBezTo>
                  <a:cubicBezTo>
                    <a:pt x="23" y="82"/>
                    <a:pt x="0" y="6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23" y="0"/>
                    <a:pt x="52" y="0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56" y="0"/>
                    <a:pt x="479" y="18"/>
                    <a:pt x="479" y="4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11758;p143">
              <a:extLst>
                <a:ext uri="{FF2B5EF4-FFF2-40B4-BE49-F238E27FC236}">
                  <a16:creationId xmlns:a16="http://schemas.microsoft.com/office/drawing/2014/main" id="{48684237-611E-8753-5975-B754FC4FA3A4}"/>
                </a:ext>
              </a:extLst>
            </p:cNvPr>
            <p:cNvSpPr/>
            <p:nvPr/>
          </p:nvSpPr>
          <p:spPr>
            <a:xfrm>
              <a:off x="5969108" y="4063525"/>
              <a:ext cx="254512" cy="43417"/>
            </a:xfrm>
            <a:custGeom>
              <a:avLst/>
              <a:gdLst/>
              <a:ahLst/>
              <a:cxnLst/>
              <a:rect l="l" t="t" r="r" b="b"/>
              <a:pathLst>
                <a:path w="479" h="82" extrusionOk="0">
                  <a:moveTo>
                    <a:pt x="479" y="41"/>
                  </a:moveTo>
                  <a:cubicBezTo>
                    <a:pt x="479" y="63"/>
                    <a:pt x="456" y="82"/>
                    <a:pt x="427" y="82"/>
                  </a:cubicBezTo>
                  <a:cubicBezTo>
                    <a:pt x="52" y="82"/>
                    <a:pt x="52" y="82"/>
                    <a:pt x="52" y="82"/>
                  </a:cubicBezTo>
                  <a:cubicBezTo>
                    <a:pt x="23" y="82"/>
                    <a:pt x="0" y="6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23" y="0"/>
                    <a:pt x="52" y="0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56" y="0"/>
                    <a:pt x="479" y="18"/>
                    <a:pt x="479" y="4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11759;p143">
              <a:extLst>
                <a:ext uri="{FF2B5EF4-FFF2-40B4-BE49-F238E27FC236}">
                  <a16:creationId xmlns:a16="http://schemas.microsoft.com/office/drawing/2014/main" id="{7C9C4557-8BAD-FD90-36E8-CD4B15B63299}"/>
                </a:ext>
              </a:extLst>
            </p:cNvPr>
            <p:cNvSpPr/>
            <p:nvPr/>
          </p:nvSpPr>
          <p:spPr>
            <a:xfrm>
              <a:off x="5969108" y="4112930"/>
              <a:ext cx="254512" cy="43417"/>
            </a:xfrm>
            <a:custGeom>
              <a:avLst/>
              <a:gdLst/>
              <a:ahLst/>
              <a:cxnLst/>
              <a:rect l="l" t="t" r="r" b="b"/>
              <a:pathLst>
                <a:path w="479" h="82" extrusionOk="0">
                  <a:moveTo>
                    <a:pt x="479" y="41"/>
                  </a:moveTo>
                  <a:cubicBezTo>
                    <a:pt x="479" y="64"/>
                    <a:pt x="456" y="82"/>
                    <a:pt x="427" y="82"/>
                  </a:cubicBezTo>
                  <a:cubicBezTo>
                    <a:pt x="52" y="82"/>
                    <a:pt x="52" y="82"/>
                    <a:pt x="52" y="82"/>
                  </a:cubicBezTo>
                  <a:cubicBezTo>
                    <a:pt x="23" y="82"/>
                    <a:pt x="0" y="64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23" y="0"/>
                    <a:pt x="52" y="0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56" y="0"/>
                    <a:pt x="479" y="18"/>
                    <a:pt x="479" y="4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11760;p143">
              <a:extLst>
                <a:ext uri="{FF2B5EF4-FFF2-40B4-BE49-F238E27FC236}">
                  <a16:creationId xmlns:a16="http://schemas.microsoft.com/office/drawing/2014/main" id="{C200E463-D8AE-24A7-9FBA-1C0C9843B207}"/>
                </a:ext>
              </a:extLst>
            </p:cNvPr>
            <p:cNvSpPr/>
            <p:nvPr/>
          </p:nvSpPr>
          <p:spPr>
            <a:xfrm>
              <a:off x="6023753" y="4162335"/>
              <a:ext cx="145221" cy="43417"/>
            </a:xfrm>
            <a:custGeom>
              <a:avLst/>
              <a:gdLst/>
              <a:ahLst/>
              <a:cxnLst/>
              <a:rect l="l" t="t" r="r" b="b"/>
              <a:pathLst>
                <a:path w="273" h="82" extrusionOk="0">
                  <a:moveTo>
                    <a:pt x="273" y="0"/>
                  </a:moveTo>
                  <a:cubicBezTo>
                    <a:pt x="273" y="45"/>
                    <a:pt x="212" y="82"/>
                    <a:pt x="137" y="82"/>
                  </a:cubicBezTo>
                  <a:cubicBezTo>
                    <a:pt x="61" y="82"/>
                    <a:pt x="0" y="45"/>
                    <a:pt x="0" y="0"/>
                  </a:cubicBezTo>
                  <a:lnTo>
                    <a:pt x="27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11761;p143">
              <a:extLst>
                <a:ext uri="{FF2B5EF4-FFF2-40B4-BE49-F238E27FC236}">
                  <a16:creationId xmlns:a16="http://schemas.microsoft.com/office/drawing/2014/main" id="{3D961557-56B4-9FC1-61D4-4A43B7F6A9BB}"/>
                </a:ext>
              </a:extLst>
            </p:cNvPr>
            <p:cNvSpPr/>
            <p:nvPr/>
          </p:nvSpPr>
          <p:spPr>
            <a:xfrm>
              <a:off x="6097486" y="3055584"/>
              <a:ext cx="300548" cy="229060"/>
            </a:xfrm>
            <a:custGeom>
              <a:avLst/>
              <a:gdLst/>
              <a:ahLst/>
              <a:cxnLst/>
              <a:rect l="l" t="t" r="r" b="b"/>
              <a:pathLst>
                <a:path w="565" h="432" extrusionOk="0">
                  <a:moveTo>
                    <a:pt x="396" y="432"/>
                  </a:moveTo>
                  <a:cubicBezTo>
                    <a:pt x="565" y="263"/>
                    <a:pt x="565" y="263"/>
                    <a:pt x="565" y="263"/>
                  </a:cubicBezTo>
                  <a:cubicBezTo>
                    <a:pt x="429" y="103"/>
                    <a:pt x="227" y="1"/>
                    <a:pt x="0" y="0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61" y="239"/>
                    <a:pt x="303" y="315"/>
                    <a:pt x="396" y="4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11762;p143">
              <a:extLst>
                <a:ext uri="{FF2B5EF4-FFF2-40B4-BE49-F238E27FC236}">
                  <a16:creationId xmlns:a16="http://schemas.microsoft.com/office/drawing/2014/main" id="{5092CB84-7C43-5F90-21F4-940A9420EB41}"/>
                </a:ext>
              </a:extLst>
            </p:cNvPr>
            <p:cNvSpPr/>
            <p:nvPr/>
          </p:nvSpPr>
          <p:spPr>
            <a:xfrm>
              <a:off x="6309704" y="3197062"/>
              <a:ext cx="182650" cy="298677"/>
            </a:xfrm>
            <a:custGeom>
              <a:avLst/>
              <a:gdLst/>
              <a:ahLst/>
              <a:cxnLst/>
              <a:rect l="l" t="t" r="r" b="b"/>
              <a:pathLst>
                <a:path w="344" h="563" extrusionOk="0">
                  <a:moveTo>
                    <a:pt x="106" y="478"/>
                  </a:moveTo>
                  <a:cubicBezTo>
                    <a:pt x="106" y="507"/>
                    <a:pt x="103" y="535"/>
                    <a:pt x="98" y="563"/>
                  </a:cubicBezTo>
                  <a:cubicBezTo>
                    <a:pt x="339" y="563"/>
                    <a:pt x="339" y="563"/>
                    <a:pt x="339" y="563"/>
                  </a:cubicBezTo>
                  <a:cubicBezTo>
                    <a:pt x="342" y="535"/>
                    <a:pt x="344" y="507"/>
                    <a:pt x="344" y="478"/>
                  </a:cubicBezTo>
                  <a:cubicBezTo>
                    <a:pt x="344" y="296"/>
                    <a:pt x="278" y="129"/>
                    <a:pt x="17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66" y="255"/>
                    <a:pt x="106" y="362"/>
                    <a:pt x="106" y="4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11763;p143">
              <a:extLst>
                <a:ext uri="{FF2B5EF4-FFF2-40B4-BE49-F238E27FC236}">
                  <a16:creationId xmlns:a16="http://schemas.microsoft.com/office/drawing/2014/main" id="{2236A06B-66D4-38B1-C36A-2593B4AD010D}"/>
                </a:ext>
              </a:extLst>
            </p:cNvPr>
            <p:cNvSpPr/>
            <p:nvPr/>
          </p:nvSpPr>
          <p:spPr>
            <a:xfrm>
              <a:off x="5840355" y="3666412"/>
              <a:ext cx="254512" cy="339474"/>
            </a:xfrm>
            <a:custGeom>
              <a:avLst/>
              <a:gdLst/>
              <a:ahLst/>
              <a:cxnLst/>
              <a:rect l="l" t="t" r="r" b="b"/>
              <a:pathLst>
                <a:path w="479" h="640" extrusionOk="0">
                  <a:moveTo>
                    <a:pt x="412" y="402"/>
                  </a:moveTo>
                  <a:cubicBezTo>
                    <a:pt x="398" y="351"/>
                    <a:pt x="378" y="284"/>
                    <a:pt x="337" y="217"/>
                  </a:cubicBezTo>
                  <a:cubicBezTo>
                    <a:pt x="287" y="137"/>
                    <a:pt x="222" y="59"/>
                    <a:pt x="168" y="0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42" y="216"/>
                    <a:pt x="96" y="280"/>
                    <a:pt x="134" y="343"/>
                  </a:cubicBezTo>
                  <a:cubicBezTo>
                    <a:pt x="211" y="466"/>
                    <a:pt x="173" y="640"/>
                    <a:pt x="350" y="640"/>
                  </a:cubicBezTo>
                  <a:cubicBezTo>
                    <a:pt x="462" y="640"/>
                    <a:pt x="462" y="640"/>
                    <a:pt x="462" y="640"/>
                  </a:cubicBezTo>
                  <a:cubicBezTo>
                    <a:pt x="479" y="640"/>
                    <a:pt x="479" y="640"/>
                    <a:pt x="479" y="640"/>
                  </a:cubicBezTo>
                  <a:cubicBezTo>
                    <a:pt x="479" y="402"/>
                    <a:pt x="479" y="402"/>
                    <a:pt x="479" y="402"/>
                  </a:cubicBezTo>
                  <a:lnTo>
                    <a:pt x="412" y="40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11764;p143">
              <a:extLst>
                <a:ext uri="{FF2B5EF4-FFF2-40B4-BE49-F238E27FC236}">
                  <a16:creationId xmlns:a16="http://schemas.microsoft.com/office/drawing/2014/main" id="{ABA157A9-CAB9-CF30-739B-37EFA3A9D412}"/>
                </a:ext>
              </a:extLst>
            </p:cNvPr>
            <p:cNvSpPr/>
            <p:nvPr/>
          </p:nvSpPr>
          <p:spPr>
            <a:xfrm>
              <a:off x="5699999" y="3197062"/>
              <a:ext cx="183024" cy="298677"/>
            </a:xfrm>
            <a:custGeom>
              <a:avLst/>
              <a:gdLst/>
              <a:ahLst/>
              <a:cxnLst/>
              <a:rect l="l" t="t" r="r" b="b"/>
              <a:pathLst>
                <a:path w="344" h="563" extrusionOk="0">
                  <a:moveTo>
                    <a:pt x="238" y="478"/>
                  </a:moveTo>
                  <a:cubicBezTo>
                    <a:pt x="238" y="362"/>
                    <a:pt x="278" y="255"/>
                    <a:pt x="344" y="169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66" y="129"/>
                    <a:pt x="0" y="296"/>
                    <a:pt x="0" y="478"/>
                  </a:cubicBezTo>
                  <a:cubicBezTo>
                    <a:pt x="0" y="507"/>
                    <a:pt x="2" y="535"/>
                    <a:pt x="6" y="563"/>
                  </a:cubicBezTo>
                  <a:cubicBezTo>
                    <a:pt x="246" y="563"/>
                    <a:pt x="246" y="563"/>
                    <a:pt x="246" y="563"/>
                  </a:cubicBezTo>
                  <a:cubicBezTo>
                    <a:pt x="241" y="535"/>
                    <a:pt x="238" y="507"/>
                    <a:pt x="238" y="47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11765;p143">
              <a:extLst>
                <a:ext uri="{FF2B5EF4-FFF2-40B4-BE49-F238E27FC236}">
                  <a16:creationId xmlns:a16="http://schemas.microsoft.com/office/drawing/2014/main" id="{CF9BA5BD-636F-9C55-E2E8-2F92A5A0079B}"/>
                </a:ext>
              </a:extLst>
            </p:cNvPr>
            <p:cNvSpPr/>
            <p:nvPr/>
          </p:nvSpPr>
          <p:spPr>
            <a:xfrm>
              <a:off x="6097486" y="3666038"/>
              <a:ext cx="254886" cy="339848"/>
            </a:xfrm>
            <a:custGeom>
              <a:avLst/>
              <a:gdLst/>
              <a:ahLst/>
              <a:cxnLst/>
              <a:rect l="l" t="t" r="r" b="b"/>
              <a:pathLst>
                <a:path w="479" h="641" extrusionOk="0">
                  <a:moveTo>
                    <a:pt x="142" y="218"/>
                  </a:moveTo>
                  <a:cubicBezTo>
                    <a:pt x="100" y="285"/>
                    <a:pt x="81" y="352"/>
                    <a:pt x="67" y="403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641"/>
                    <a:pt x="0" y="641"/>
                    <a:pt x="0" y="641"/>
                  </a:cubicBezTo>
                  <a:cubicBezTo>
                    <a:pt x="16" y="641"/>
                    <a:pt x="16" y="641"/>
                    <a:pt x="16" y="641"/>
                  </a:cubicBezTo>
                  <a:cubicBezTo>
                    <a:pt x="129" y="641"/>
                    <a:pt x="129" y="641"/>
                    <a:pt x="129" y="641"/>
                  </a:cubicBezTo>
                  <a:cubicBezTo>
                    <a:pt x="306" y="641"/>
                    <a:pt x="267" y="467"/>
                    <a:pt x="344" y="344"/>
                  </a:cubicBezTo>
                  <a:cubicBezTo>
                    <a:pt x="383" y="281"/>
                    <a:pt x="436" y="216"/>
                    <a:pt x="479" y="169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257" y="59"/>
                    <a:pt x="191" y="138"/>
                    <a:pt x="142" y="2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11766;p143">
              <a:extLst>
                <a:ext uri="{FF2B5EF4-FFF2-40B4-BE49-F238E27FC236}">
                  <a16:creationId xmlns:a16="http://schemas.microsoft.com/office/drawing/2014/main" id="{4FB62664-0784-EBB8-FCFF-FA00037BFE4E}"/>
                </a:ext>
              </a:extLst>
            </p:cNvPr>
            <p:cNvSpPr/>
            <p:nvPr/>
          </p:nvSpPr>
          <p:spPr>
            <a:xfrm>
              <a:off x="5703368" y="3498734"/>
              <a:ext cx="224195" cy="254886"/>
            </a:xfrm>
            <a:custGeom>
              <a:avLst/>
              <a:gdLst/>
              <a:ahLst/>
              <a:cxnLst/>
              <a:rect l="l" t="t" r="r" b="b"/>
              <a:pathLst>
                <a:path w="422" h="480" extrusionOk="0">
                  <a:moveTo>
                    <a:pt x="393" y="280"/>
                  </a:moveTo>
                  <a:cubicBezTo>
                    <a:pt x="391" y="277"/>
                    <a:pt x="389" y="275"/>
                    <a:pt x="386" y="273"/>
                  </a:cubicBezTo>
                  <a:cubicBezTo>
                    <a:pt x="379" y="266"/>
                    <a:pt x="372" y="259"/>
                    <a:pt x="365" y="251"/>
                  </a:cubicBezTo>
                  <a:cubicBezTo>
                    <a:pt x="364" y="250"/>
                    <a:pt x="363" y="249"/>
                    <a:pt x="362" y="248"/>
                  </a:cubicBezTo>
                  <a:cubicBezTo>
                    <a:pt x="299" y="177"/>
                    <a:pt x="257" y="91"/>
                    <a:pt x="24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155"/>
                    <a:pt x="85" y="296"/>
                    <a:pt x="185" y="406"/>
                  </a:cubicBezTo>
                  <a:cubicBezTo>
                    <a:pt x="184" y="406"/>
                    <a:pt x="184" y="406"/>
                    <a:pt x="184" y="406"/>
                  </a:cubicBezTo>
                  <a:cubicBezTo>
                    <a:pt x="184" y="406"/>
                    <a:pt x="185" y="408"/>
                    <a:pt x="187" y="409"/>
                  </a:cubicBezTo>
                  <a:cubicBezTo>
                    <a:pt x="198" y="421"/>
                    <a:pt x="209" y="432"/>
                    <a:pt x="220" y="443"/>
                  </a:cubicBezTo>
                  <a:cubicBezTo>
                    <a:pt x="230" y="454"/>
                    <a:pt x="242" y="466"/>
                    <a:pt x="254" y="480"/>
                  </a:cubicBezTo>
                  <a:cubicBezTo>
                    <a:pt x="422" y="311"/>
                    <a:pt x="422" y="311"/>
                    <a:pt x="422" y="311"/>
                  </a:cubicBezTo>
                  <a:cubicBezTo>
                    <a:pt x="412" y="300"/>
                    <a:pt x="402" y="289"/>
                    <a:pt x="393" y="2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11767;p143">
              <a:extLst>
                <a:ext uri="{FF2B5EF4-FFF2-40B4-BE49-F238E27FC236}">
                  <a16:creationId xmlns:a16="http://schemas.microsoft.com/office/drawing/2014/main" id="{4EEE7EBD-4266-178E-3546-943828668CFA}"/>
                </a:ext>
              </a:extLst>
            </p:cNvPr>
            <p:cNvSpPr/>
            <p:nvPr/>
          </p:nvSpPr>
          <p:spPr>
            <a:xfrm>
              <a:off x="6265165" y="3498734"/>
              <a:ext cx="224195" cy="254137"/>
            </a:xfrm>
            <a:custGeom>
              <a:avLst/>
              <a:gdLst/>
              <a:ahLst/>
              <a:cxnLst/>
              <a:rect l="l" t="t" r="r" b="b"/>
              <a:pathLst>
                <a:path w="422" h="479" extrusionOk="0">
                  <a:moveTo>
                    <a:pt x="422" y="0"/>
                  </a:moveTo>
                  <a:cubicBezTo>
                    <a:pt x="181" y="0"/>
                    <a:pt x="181" y="0"/>
                    <a:pt x="181" y="0"/>
                  </a:cubicBezTo>
                  <a:cubicBezTo>
                    <a:pt x="162" y="105"/>
                    <a:pt x="111" y="201"/>
                    <a:pt x="32" y="277"/>
                  </a:cubicBezTo>
                  <a:cubicBezTo>
                    <a:pt x="28" y="280"/>
                    <a:pt x="25" y="283"/>
                    <a:pt x="22" y="286"/>
                  </a:cubicBezTo>
                  <a:cubicBezTo>
                    <a:pt x="15" y="294"/>
                    <a:pt x="7" y="302"/>
                    <a:pt x="0" y="311"/>
                  </a:cubicBezTo>
                  <a:cubicBezTo>
                    <a:pt x="168" y="479"/>
                    <a:pt x="168" y="479"/>
                    <a:pt x="168" y="479"/>
                  </a:cubicBezTo>
                  <a:cubicBezTo>
                    <a:pt x="178" y="468"/>
                    <a:pt x="187" y="458"/>
                    <a:pt x="196" y="449"/>
                  </a:cubicBezTo>
                  <a:cubicBezTo>
                    <a:pt x="318" y="333"/>
                    <a:pt x="401" y="176"/>
                    <a:pt x="4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11768;p143">
              <a:extLst>
                <a:ext uri="{FF2B5EF4-FFF2-40B4-BE49-F238E27FC236}">
                  <a16:creationId xmlns:a16="http://schemas.microsoft.com/office/drawing/2014/main" id="{6FA50BA4-5458-705F-9BAD-86A1E4100201}"/>
                </a:ext>
              </a:extLst>
            </p:cNvPr>
            <p:cNvSpPr/>
            <p:nvPr/>
          </p:nvSpPr>
          <p:spPr>
            <a:xfrm>
              <a:off x="5794692" y="3055584"/>
              <a:ext cx="300174" cy="229060"/>
            </a:xfrm>
            <a:custGeom>
              <a:avLst/>
              <a:gdLst/>
              <a:ahLst/>
              <a:cxnLst/>
              <a:rect l="l" t="t" r="r" b="b"/>
              <a:pathLst>
                <a:path w="565" h="432" extrusionOk="0">
                  <a:moveTo>
                    <a:pt x="565" y="238"/>
                  </a:moveTo>
                  <a:cubicBezTo>
                    <a:pt x="565" y="0"/>
                    <a:pt x="565" y="0"/>
                    <a:pt x="565" y="0"/>
                  </a:cubicBezTo>
                  <a:cubicBezTo>
                    <a:pt x="338" y="1"/>
                    <a:pt x="136" y="103"/>
                    <a:pt x="0" y="262"/>
                  </a:cubicBezTo>
                  <a:cubicBezTo>
                    <a:pt x="170" y="432"/>
                    <a:pt x="170" y="432"/>
                    <a:pt x="170" y="432"/>
                  </a:cubicBezTo>
                  <a:cubicBezTo>
                    <a:pt x="262" y="315"/>
                    <a:pt x="404" y="239"/>
                    <a:pt x="565" y="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8" name="Google Shape;11770;p143">
            <a:extLst>
              <a:ext uri="{FF2B5EF4-FFF2-40B4-BE49-F238E27FC236}">
                <a16:creationId xmlns:a16="http://schemas.microsoft.com/office/drawing/2014/main" id="{EABE2D8B-D78C-52B1-6A75-477B64531D12}"/>
              </a:ext>
            </a:extLst>
          </p:cNvPr>
          <p:cNvSpPr/>
          <p:nvPr/>
        </p:nvSpPr>
        <p:spPr>
          <a:xfrm>
            <a:off x="10631990" y="3841055"/>
            <a:ext cx="635355" cy="52396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143383-4AB7-FB6B-BF7C-4157EC66C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30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6D5FA-7597-EFEC-D5C8-AF0E2583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59BD80-B0C6-2AF5-3ACF-3BE6FA6ED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658" y="1946275"/>
            <a:ext cx="6629400" cy="1482725"/>
          </a:xfrm>
        </p:spPr>
        <p:txBody>
          <a:bodyPr/>
          <a:lstStyle/>
          <a:p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1C771-3796-98ED-75FA-DC84805CE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58" y="5726511"/>
            <a:ext cx="1101848" cy="862316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AB52863-13CE-B264-D1A2-F82C4415764F}"/>
              </a:ext>
            </a:extLst>
          </p:cNvPr>
          <p:cNvSpPr txBox="1">
            <a:spLocks/>
          </p:cNvSpPr>
          <p:nvPr/>
        </p:nvSpPr>
        <p:spPr>
          <a:xfrm>
            <a:off x="353658" y="6427244"/>
            <a:ext cx="679095" cy="16158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/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5123562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64,4,Understanding your need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IBRARYSHAPE" val="Ye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4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4CEFDDFA-E6F6-E148-85E7-7FD761DA9A39}" vid="{4235F95A-BDD2-F14F-A7C1-37149C6A0C9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02454D1-E47C-8143-BD11-D1CE754A9956}">
  <we:reference id="2cb3dfe7-199f-46bf-bb56-17a7fca0f469" version="14.1.0.1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E6CFCEE-E36B-4906-8A7E-6FC6355CFC31}">
  <we:reference id="6bb0fabe-aef4-4e3d-874a-99b48edaaa91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E6F5D2DA74FC4B82907BEE0472EE32" ma:contentTypeVersion="17" ma:contentTypeDescription="Create a new document." ma:contentTypeScope="" ma:versionID="39f3fb30a1a4f444379f192aa23a978d">
  <xsd:schema xmlns:xsd="http://www.w3.org/2001/XMLSchema" xmlns:xs="http://www.w3.org/2001/XMLSchema" xmlns:p="http://schemas.microsoft.com/office/2006/metadata/properties" xmlns:ns2="1235bcee-5df9-45d6-993b-86064303bbc5" xmlns:ns3="b9c8a492-a777-4c61-a65f-85ecc5b5ecae" targetNamespace="http://schemas.microsoft.com/office/2006/metadata/properties" ma:root="true" ma:fieldsID="45c0b2d7c91b58f15202a9ac8183015a" ns2:_="" ns3:_="">
    <xsd:import namespace="1235bcee-5df9-45d6-993b-86064303bbc5"/>
    <xsd:import namespace="b9c8a492-a777-4c61-a65f-85ecc5b5ec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MediaServiceBillingMetadata" minOccurs="0"/>
                <xsd:element ref="ns2:Document_x0020_URL" minOccurs="0"/>
                <xsd:element ref="ns2:URL" minOccurs="0"/>
                <xsd:element ref="ns2:YRL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5bcee-5df9-45d6-993b-86064303bb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_x0020_URL" ma:index="22" nillable="true" ma:displayName="Document URL" ma:format="Hyperlink" ma:internalName="Document_x0020_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URL" ma:index="23" nillable="true" ma:displayName="URL" ma:format="Dropdown" ma:internalName="URL">
      <xsd:simpleType>
        <xsd:restriction base="dms:Note">
          <xsd:maxLength value="255"/>
        </xsd:restriction>
      </xsd:simpleType>
    </xsd:element>
    <xsd:element name="YRLLink" ma:index="24" nillable="true" ma:displayName="YRL Link" ma:description="https://pwceur.sharepoint.com/:w:/r/teams/GR-INT-CNST-Analytics-AI-Hub/Shared%20Documents/Business-Development-Ideas/PoC%20%26%20Mockups/PoCs/HR%20bot/sample%20documents/Legal/Legal_Policies.docx?d=w13fb320c91cc464d83f1ff4d56414ef1&amp;csf=1&amp;web=1&amp;e=AegiIg" ma:format="Hyperlink" ma:internalName="YRL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8a492-a777-4c61-a65f-85ecc5b5eca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8ea2556-3853-4ab0-ab8c-36cb72558dfc}" ma:internalName="TaxCatchAll" ma:showField="CatchAllData" ma:web="b9c8a492-a777-4c61-a65f-85ecc5b5ec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35bcee-5df9-45d6-993b-86064303bbc5">
      <Terms xmlns="http://schemas.microsoft.com/office/infopath/2007/PartnerControls"/>
    </lcf76f155ced4ddcb4097134ff3c332f>
    <TaxCatchAll xmlns="b9c8a492-a777-4c61-a65f-85ecc5b5ecae" xsi:nil="true"/>
    <Document_x0020_URL xmlns="1235bcee-5df9-45d6-993b-86064303bbc5">
      <Url xsi:nil="true"/>
      <Description xsi:nil="true"/>
    </Document_x0020_URL>
    <URL xmlns="1235bcee-5df9-45d6-993b-86064303bbc5" xsi:nil="true"/>
    <YRLLink xmlns="1235bcee-5df9-45d6-993b-86064303bbc5">
      <Url xsi:nil="true"/>
      <Description xsi:nil="true"/>
    </YRLLink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2D50B1-9DAB-4AEB-9E70-5B0F3AC2C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5bcee-5df9-45d6-993b-86064303bbc5"/>
    <ds:schemaRef ds:uri="b9c8a492-a777-4c61-a65f-85ecc5b5ec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758F2C-2961-4F3E-AF6C-A7AAF8C806B2}">
  <ds:schemaRefs>
    <ds:schemaRef ds:uri="8039a763-6f4e-4464-a463-670fbe21af0c"/>
    <ds:schemaRef ds:uri="cc397eee-57f5-47b5-b6a4-c0f43ace0f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235bcee-5df9-45d6-993b-86064303bbc5"/>
    <ds:schemaRef ds:uri="b9c8a492-a777-4c61-a65f-85ecc5b5ecae"/>
  </ds:schemaRefs>
</ds:datastoreItem>
</file>

<file path=customXml/itemProps3.xml><?xml version="1.0" encoding="utf-8"?>
<ds:datastoreItem xmlns:ds="http://schemas.openxmlformats.org/officeDocument/2006/customXml" ds:itemID="{0C265105-FE1D-453C-BB54-B143C57411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PwC_ppt_template</Template>
  <TotalTime>321</TotalTime>
  <Words>34</Words>
  <Application>Microsoft Office PowerPoint</Application>
  <PresentationFormat>Widescreen</PresentationFormat>
  <Paragraphs>24</Paragraphs>
  <Slides>7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Georgia</vt:lpstr>
      <vt:lpstr>Helvetica Neue</vt:lpstr>
      <vt:lpstr>Times New Roman</vt:lpstr>
      <vt:lpstr>Wingdings</vt:lpstr>
      <vt:lpstr>PwC Slide Master</vt:lpstr>
      <vt:lpstr>4_PwC Slide Master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Instructions – Quick Guide</dc:title>
  <dc:creator>Vasiliki Vougioukli (GR)</dc:creator>
  <cp:lastModifiedBy>Eleni Gkougkouli (GR)</cp:lastModifiedBy>
  <cp:revision>123</cp:revision>
  <dcterms:created xsi:type="dcterms:W3CDTF">2025-05-07T11:44:57Z</dcterms:created>
  <dcterms:modified xsi:type="dcterms:W3CDTF">2026-03-14T20:48:10Z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0x010100C5E6F5D2DA74FC4B82907BEE0472EE32</vt:lpwstr>
  </property>
  <property fmtid="{D5CDD505-2E9C-101B-9397-08002B2CF9AE}" pid="3" name="MediaServiceImageTags">
    <vt:lpwstr/>
  </property>
  <property fmtid="{D5CDD505-2E9C-101B-9397-08002B2CF9AE}" pid="4" name="MSIP_Label_2e1840fb-8939-4796-95d0-bc833736564d_Name">
    <vt:lpwstr>Confidential - Open Access</vt:lpwstr>
  </property>
  <property fmtid="{D5CDD505-2E9C-101B-9397-08002B2CF9AE}" pid="5" name="MSIP_Label_2e1840fb-8939-4796-95d0-bc833736564d_Tag">
    <vt:lpwstr>10, 3, 0, 2</vt:lpwstr>
  </property>
  <property fmtid="{D5CDD505-2E9C-101B-9397-08002B2CF9AE}" pid="6" name="MSIP_Label_2e1840fb-8939-4796-95d0-bc833736564d_SiteId">
    <vt:lpwstr>513294a0-3e20-41b2-a970-6d30bf1546fa</vt:lpwstr>
  </property>
  <property fmtid="{D5CDD505-2E9C-101B-9397-08002B2CF9AE}" pid="7" name="MSIP_Label_2e1840fb-8939-4796-95d0-bc833736564d_ContentBits">
    <vt:lpwstr>0</vt:lpwstr>
  </property>
  <property fmtid="{D5CDD505-2E9C-101B-9397-08002B2CF9AE}" pid="8" name="MSIP_Label_2e1840fb-8939-4796-95d0-bc833736564d_Method">
    <vt:lpwstr>Standard</vt:lpwstr>
  </property>
  <property fmtid="{D5CDD505-2E9C-101B-9397-08002B2CF9AE}" pid="9" name="MSIP_Label_2e1840fb-8939-4796-95d0-bc833736564d_ActionId">
    <vt:lpwstr>7176f1a6-3200-4886-b5a6-9b5b6c8ace40</vt:lpwstr>
  </property>
  <property fmtid="{D5CDD505-2E9C-101B-9397-08002B2CF9AE}" pid="10" name="MSIP_Label_2e1840fb-8939-4796-95d0-bc833736564d_Enabled">
    <vt:lpwstr>true</vt:lpwstr>
  </property>
  <property fmtid="{D5CDD505-2E9C-101B-9397-08002B2CF9AE}" pid="11" name="MSIP_Label_2e1840fb-8939-4796-95d0-bc833736564d_SetDate">
    <vt:lpwstr>2025-12-01T08:38:54Z</vt:lpwstr>
  </property>
</Properties>
</file>