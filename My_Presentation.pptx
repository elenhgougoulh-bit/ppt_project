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Τεχνητή Νοημοσύνη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Μια Εισαγωγή στον Κόσμο της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Τι είναι η Τεχνητή Νοημοσύνη;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Ορισμός και Βασικές Έννοιες</a:t>
            </a:r>
          </a:p>
          <a:p>
            <a:r>
              <a:t>• Ιστορική Αναδρομή και Εξέλιξη</a:t>
            </a:r>
          </a:p>
          <a:p>
            <a:r>
              <a:t>• Κλάδοι και Υποπεδία (Μηχανική Μάθηση, Επεξεργασία Φυσικής Γλώσσας, Όραση Υπολογιστών)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Εφαρμογές της AI στην Καθημερινότητα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Αυτοματοποίηση και Ρομποτική</a:t>
            </a:r>
          </a:p>
          <a:p>
            <a:r>
              <a:t>• Υγεία και Ιατρική Διάγνωση</a:t>
            </a:r>
          </a:p>
          <a:p>
            <a:r>
              <a:t>• Οικονομία και Χρηματοπιστωτικά Συστήματα</a:t>
            </a:r>
          </a:p>
          <a:p>
            <a:r>
              <a:t>• Προσωπικοί Βοηθοί και Συστήματα Συστάσεων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Προκλήσεις και το Μέλλον της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Ηθικά Διλήμματα και Κοινωνικές Επιπτώσεις</a:t>
            </a:r>
          </a:p>
          <a:p>
            <a:r>
              <a:t>• Ασφάλεια και Απόρρητο Δεδομένων</a:t>
            </a:r>
          </a:p>
          <a:p>
            <a:r>
              <a:t>• Εξελίξεις και Τάσεις (Γενετική AI, Νευρομορφική Υπολογιστική)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Stephen Hawking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«Η ανάπτυξη πλήρους τεχνητής νοημοσύνης θα μπορούσε να σημαίνει το τέλος της ανθρώπινης φυλής.»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