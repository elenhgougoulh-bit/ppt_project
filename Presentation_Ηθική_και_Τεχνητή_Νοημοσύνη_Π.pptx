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4334" r:id="rId5"/>
  </p:sldMasterIdLst>
  <p:notesMasterIdLst>
    <p:notesMasterId r:id="rId13"/>
  </p:notesMasterIdLst>
  <p:sldIdLst>
    <p:sldId id="256" r:id="rId12"/>
    <p:sldId id="257" r:id="rId11"/>
    <p:sldId id="258" r:id="rId10"/>
    <p:sldId id="259" r:id="rId9"/>
    <p:sldId id="260" r:id="rId8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2E55001-A95D-6110-0A1D-5527D0FE8587}" name="Vassileios Kolias (GR)" initials="V(" userId="S::vassileios.k.kolias@pwc.com::c8202466-d0b1-462e-ba0f-42fb65a13c7f" providerId="AD"/>
  <p188:author id="{EF66B013-6E01-0523-DCA0-66127DFD1E37}" name="Nektarios Syrmas (GR)" initials="NS" userId="S::nektarios.syrmas@pwc.com::aab13efd-aba4-4d10-8831-6b9909e41273" providerId="AD"/>
  <p188:author id="{C4F66F17-3DFA-9765-93AC-9126B1B1BC3A}" name="Harry Ladas (GR)" initials="HL(" userId="S::harry.ladas@pwc.com::456dee06-037d-4212-8925-c74e882e114e" providerId="AD"/>
  <p188:author id="{CFD31525-0232-E8F1-F479-96F35170939C}" name="Stavros Chatzis (GR)" initials="" userId="S::stavros.chatzis@pwc.com::3015c437-ca0c-4146-adba-e96a006edba4" providerId="AD"/>
  <p188:author id="{7A67FC26-EC08-CFED-9BED-EF7ADEF48511}" name="Vasiliki Vougioukli (GR)" initials="" userId="S::vasiliki.vougioukli@pwc.com::e6e5d42f-2e1e-4d54-9ed3-07ca742d6d8c" providerId="AD"/>
  <p188:author id="{C45F1527-2668-81CC-AD22-06A26048DBCA}" name="Rafael Toshkesi (GR)" initials="RT(" userId="S::rafael.toshkesi@pwc.com::c8e72217-41fb-43c7-9b5f-3bc74a570177" providerId="AD"/>
  <p188:author id="{E4BFE02D-8B8F-E91C-5570-C2BC9EDA134A}" name="Dimitrios Kiousis (GR)" initials="DK" userId="S::dimitrios.kiousis@pwc.com::7e92d374-0314-454c-bf9d-130c3588483f" providerId="AD"/>
  <p188:author id="{9782522E-1DDF-07B8-5797-BBC96779F484}" name="Christos Chimarios (GR)" initials="" userId="S::christos.chimarios@pwc.com::b4a08613-d851-481b-b6d7-442a956650ac" providerId="AD"/>
  <p188:author id="{31060934-A3DD-66C3-37F7-F94C83361B1D}" name="Georgios Nikitas (GR)" initials="" userId="S::georgios.nikitas@pwc.com::de62f580-ccb0-45b3-9e80-c6ca168955c4" providerId="AD"/>
  <p188:author id="{0603E63E-A125-3889-1CD2-1977AA316A6C}" name="Fotis Nikolaidis (GR)" initials="" userId="S::fotis.nikolaidis@pwc.com::2d72a314-7aa8-484e-9df4-28e94ce85b4c" providerId="AD"/>
  <p188:author id="{72C7623F-8C15-3A97-7C01-A9681FABB514}" name="PwC Author" initials="PwC" userId="PwC Author" providerId="None"/>
  <p188:author id="{4F4B6743-8B74-8DF0-E49D-1BE34DE49935}" name="Eleni Gkougkouli (GR)" initials="EG" userId="S::eleni.gkougkouli@pwc.com::c5d2e721-ce67-48b6-9e5b-d208083b2ae3" providerId="AD"/>
  <p188:author id="{C439E845-12F9-AE0F-AF0A-8AF32E66FC88}" name="Amalia Ledaki (GR)" initials="AL" userId="S::amalia.ledaki@pwc.com::96df4527-9605-49b8-b4f1-adedf86a20d7" providerId="AD"/>
  <p188:author id="{DEF90946-304E-8E91-B283-4958B94308EE}" name="Vera Spanopoulou (GR)" initials="VS" userId="S::varvara.spanopoulou@pwc.com::4c7432d4-1001-4ed4-bff0-554fa331f8c5" providerId="AD"/>
  <p188:author id="{0EED5449-6F08-AC98-E340-B72DF617A0D4}" name="Deppy Tzilali (GR)" initials="" userId="S::deppy.tzilali@pwc.com::39b0c049-0087-4cda-b68e-dfa2b8d4c9d8" providerId="AD"/>
  <p188:author id="{129EDF6F-6517-B169-C17F-26C50EA6E8D7}" name="Iryna Dankevych (GR)" initials="ID" userId="S::iryna.dankevych@pwc.com::26dc8826-100d-43a4-aa0b-10059f165d11" providerId="AD"/>
  <p188:author id="{98802279-9F3D-BFE4-8EC1-68C8B61D33BD}" name="Christina Totikidi (GR)" initials="" userId="S::christina.totikidi@pwc.com::05bd9526-50fc-4fdb-841c-3f89d46ee87f" providerId="AD"/>
  <p188:author id="{3EC5D37D-4BC7-2A10-F706-D5970C83E9FA}" name="Chrysanthi Kalamara (GR)" initials="CK" userId="S::chrysanthi.kalamara@pwc.com::c20802e2-ce1d-42c6-9558-80a747f7dfc1" providerId="AD"/>
  <p188:author id="{D29FED8A-4E8C-E5E1-AC26-BF4739D8B938}" name="Kalliopi Kyriakopoulou (GR)" initials="" userId="S::kalliope.kyriakopoulou@pwc.com::7ba51b21-583d-4bfb-9ee9-5ca402ec4dd2" providerId="AD"/>
  <p188:author id="{54F00194-0C68-6171-83FB-A769BB45F988}" name="Giorgos Mammos (GR)" initials="" userId="S::giorgos.mammos@pwc.com::9923d07c-c3e9-4457-b793-fc3a291117c9" providerId="AD"/>
  <p188:author id="{2C6E9DAF-E452-B7D3-E73A-00A575500299}" name="Dimitris Tzanidakis (GR)" initials="DT" userId="S::dimitrios.tzanidakis@pwc.com::cc4cac2d-d7d5-4e0b-891c-71265c99aa86" providerId="AD"/>
  <p188:author id="{1BB8CBAF-DC6E-CA3B-738B-3DA628E50850}" name="Stelios Tavoularis (GR)" initials="" userId="S::tavoularis.stelios@pwc.com::917f21dd-3506-492a-b075-532c2f4ee74f" providerId="AD"/>
  <p188:author id="{0316E1BC-8FAF-95D5-D172-F119FE3E78A7}" name="Theodoros Stefanitsis (GR)" initials="T(" userId="S::theodoros.stefanitsis@pwc.com::9e0846da-f6cb-4c63-a95b-36ff3669f3fa" providerId="AD"/>
  <p188:author id="{1BA5B6D5-6E77-E27D-0F0D-6AA42C9DA43C}" name="PwC" initials="PwC" userId="PwC" providerId="None"/>
  <p188:author id="{1CC1B2EF-4B8C-2B2F-C779-8F213717C2D4}" name="Nikos Panos (GR)" initials="N(" userId="S::nikos.panos@pwc.com::588a7584-2f1c-4b03-a408-7e124544df15" providerId="AD"/>
  <p188:author id="{F8CB8AF1-2D38-F09D-0A5B-8919B281E728}" name="Antonis Bourgias (GR)" initials="AB" userId="S::antonis.bourgias@pwc.com::1360e00f-2bb6-4763-ba20-8cc3d85e3811" providerId="AD"/>
  <p188:author id="{2224C4F9-D4A8-8E86-855A-1873775A3B9A}" name="Ioannis Tzikas (GR)" initials="I(" userId="S::ioannis.tzikas@pwc.com::8e4270b1-1d22-42f8-9af9-a2a1aecddd67" providerId="AD"/>
  <p188:author id="{1E3C27FB-04DD-80D3-7FFB-FDBBE48E974C}" name="Giorgos Kyriakopoulos (GR)" initials="GK(" userId="S::giorgos.kyriakopoulos@pwc.com::9a737a8c-dd7c-4d4f-b651-e7edfb5d8bf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000"/>
    <a:srgbClr val="FE976B"/>
    <a:srgbClr val="92D050"/>
    <a:srgbClr val="FD5108"/>
    <a:srgbClr val="FD7338"/>
    <a:srgbClr val="FE7C39"/>
    <a:srgbClr val="FFAA72"/>
    <a:srgbClr val="FFE6D3"/>
    <a:srgbClr val="EB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05943CB-6F42-4776-B506-94E284F2829C}">
  <a:tblStyle styleId="{605943CB-6F42-4776-B506-94E284F2829C}" styleName="Brand Tab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0" g="0" b="0"/>
        </a:fontRef>
        <a:schemeClr val="accent1"/>
      </a:tcTxStyle>
      <a:tcStyle>
        <a:tcBdr>
          <a:bottom>
            <a:ln w="1905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DE8A128-FD69-4F98-BC96-439F510B2832}" styleName="Brand Tabl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109" g="36" b="122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56CA0EE-1E45-4AA6-A82B-0F5650326712}" styleName="Brand Tabl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2H>
      <a:tcStyle>
        <a:tcBdr/>
        <a:fill>
          <a:solidFill>
            <a:schemeClr val="bg1">
              <a:lumMod val="95000"/>
            </a:schemeClr>
          </a:solidFill>
        </a:fill>
      </a:tcStyle>
    </a:band2H>
    <a:band2V>
      <a:tcStyle>
        <a:tcBdr/>
        <a:fill>
          <a:solidFill>
            <a:schemeClr val="bg1">
              <a:lumMod val="95000"/>
            </a:schemeClr>
          </a:solidFill>
        </a:fill>
      </a:tcStyle>
    </a:band2V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0" g="0" b="0"/>
        </a:fontRef>
        <a:schemeClr val="accent1"/>
      </a:tcTxStyle>
      <a:tcStyle>
        <a:tcBdr>
          <a:bottom>
            <a:ln w="19050" cmpd="sng">
              <a:solidFill>
                <a:schemeClr val="accent1"/>
              </a:solidFill>
            </a:ln>
          </a:bottom>
        </a:tcBdr>
        <a:fill>
          <a:solidFill>
            <a:schemeClr val="bg1">
              <a:lumMod val="95000"/>
            </a:schemeClr>
          </a:solidFill>
        </a:fill>
      </a:tcStyle>
    </a:firstRow>
  </a:tblStyle>
  <a:tblStyle styleId="{B2FE71AF-C406-42DD-AC2B-C6103619A3FC}" styleName="Brand Tabl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2H>
      <a:tcStyle>
        <a:tcBdr/>
        <a:fill>
          <a:solidFill>
            <a:schemeClr val="bg1">
              <a:lumMod val="95000"/>
            </a:schemeClr>
          </a:solidFill>
        </a:fill>
      </a:tcStyle>
    </a:band2H>
    <a:band2V>
      <a:tcStyle>
        <a:tcBdr/>
        <a:fill>
          <a:solidFill>
            <a:schemeClr val="bg1">
              <a:lumMod val="95000"/>
            </a:schemeClr>
          </a:solidFill>
        </a:fill>
      </a:tcStyle>
    </a:band2V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109" g="36" b="122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solidFill>
            <a:schemeClr val="bg1">
              <a:lumMod val="95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8" Type="http://schemas.openxmlformats.org/officeDocument/2006/relationships/slide" Target="slides/slide5.xml"/><Relationship Id="rId9" Type="http://schemas.openxmlformats.org/officeDocument/2006/relationships/slide" Target="slides/slide4.xml"/><Relationship Id="rId10" Type="http://schemas.openxmlformats.org/officeDocument/2006/relationships/slide" Target="slides/slide3.xml"/><Relationship Id="rId11" Type="http://schemas.openxmlformats.org/officeDocument/2006/relationships/slide" Target="slides/slide2.xml"/><Relationship Id="rId12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4" Type="http://schemas.openxmlformats.org/officeDocument/2006/relationships/tags" Target="tags/tag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FBEB4EF7-6755-4417-96B3-8A9D9B3986FB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8338F507-FFAD-4585-99E0-9DC17883AD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394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9" y="1715"/>
            <a:ext cx="12188951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618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426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19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625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5951877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521750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621619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55183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949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7830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6386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2825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6579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2670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257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111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209696" y="794063"/>
            <a:ext cx="6589884" cy="3328416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1857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E189DEE-6989-9A74-BDE8-CA73B9108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6DE5500C-FE6E-579B-63C3-09F6ADCF9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DD78BEAF-F2F8-DC26-B864-8F81821380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9696" y="786384"/>
            <a:ext cx="5754687" cy="3195638"/>
          </a:xfrm>
        </p:spPr>
        <p:txBody>
          <a:bodyPr tIns="73152"/>
          <a:lstStyle>
            <a:lvl1pPr marL="647700" indent="-55245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tabLst/>
              <a:defRPr sz="2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36844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177701" y="818982"/>
            <a:ext cx="4324869" cy="2685354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6" name="Table Placeholder 6">
            <a:extLst>
              <a:ext uri="{FF2B5EF4-FFF2-40B4-BE49-F238E27FC236}">
                <a16:creationId xmlns:a16="http://schemas.microsoft.com/office/drawing/2014/main" id="{CE0852A2-F289-0299-38DA-54988A9CF40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7711065" y="818982"/>
            <a:ext cx="4324869" cy="2685354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D3D9662-5F2D-57D9-7407-78275144A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417BEBC1-805D-DD3E-7FB7-E733D35B8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651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EEDD237-2AD5-3154-E113-01E98DC09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3079065-EEA7-BD3F-374F-2BD4FA174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D9EB10B1-191A-630B-CAE5-F7CB250CA4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81363" y="917575"/>
            <a:ext cx="4224722" cy="2589534"/>
          </a:xfrm>
        </p:spPr>
        <p:txBody>
          <a:bodyPr lIns="91440"/>
          <a:lstStyle>
            <a:lvl1pPr marL="292608" indent="-573088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tabLst/>
              <a:defRPr sz="1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B735FB7-5411-F2F1-D974-F773B1B836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08392" y="917575"/>
            <a:ext cx="4224722" cy="2589534"/>
          </a:xfrm>
        </p:spPr>
        <p:txBody>
          <a:bodyPr lIns="91440"/>
          <a:lstStyle>
            <a:lvl1pPr marL="393192" indent="-676656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tabLst>
                <a:tab pos="225425" algn="r"/>
              </a:tabLst>
              <a:defRPr sz="1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2516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6"/>
            <a:ext cx="6606383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665" y="1946276"/>
            <a:ext cx="6606383" cy="400050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186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6"/>
            <a:ext cx="11403809" cy="9461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861B7B6-46DE-D3F1-62FD-E7B058FA4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05" y="1946276"/>
            <a:ext cx="4673445" cy="399256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6005" y="1946276"/>
            <a:ext cx="4673445" cy="399256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B51044C-932D-8FC3-B3AB-1F32819D3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A24DD9E3-0BCC-FF96-2B5A-1C600C721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7024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492184"/>
            <a:ext cx="3840957" cy="245459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1444" y="402432"/>
            <a:ext cx="3649948" cy="4510882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FD3C8C-DE95-11CF-E112-F1CDEBBBAF2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37638" y="371478"/>
            <a:ext cx="2514282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F56AB70-B001-F407-DDA0-8274B0815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B0E27A5-BC84-EBC4-82C5-E8CF838E4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0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3840958" cy="556688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1444" y="402432"/>
            <a:ext cx="3649948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37637" y="371478"/>
            <a:ext cx="2514283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01444" y="2977040"/>
            <a:ext cx="3649948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37637" y="2977040"/>
            <a:ext cx="2514283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0C2534F-0DED-9179-1BA0-BA7BBA63E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C21211E5-4A9D-2EA5-349A-BFEBB51D8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487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 Matrix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9B4C70A-448E-FF82-4DED-5DB3D9F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31" y="1431438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1363" y="1421451"/>
            <a:ext cx="2514283" cy="19388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500" b="1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2831" y="3486944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81363" y="3486944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BF7E05F9-3B71-A92F-C27D-3EA729554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0294" y="1431438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DEC8E4-3556-9DFF-F8E0-3E599203F394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37638" y="1421451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5436620D-30A8-EA32-EBA9-0FB0D98A3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0294" y="3486944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8EEADAB-1623-2FF8-2487-6AA4F7EC358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9037638" y="3486944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E3B5C0-2252-2AC3-B6AC-A233A36FB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4677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8392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69EA8B36-F386-C764-DAD6-33D7736D9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946275"/>
            <a:ext cx="3280410" cy="399256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46275"/>
            <a:ext cx="3280410" cy="3992563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E946374-FA30-CA90-8DA8-4D3D9C8D95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7BD091D-1A71-D98C-9FBE-055914E89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370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10808" y="1439508"/>
            <a:ext cx="5237163" cy="4510088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867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04804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626A07-2517-5726-4FDD-0AC9D929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8836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3280410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614568"/>
            <a:ext cx="3280410" cy="2270480"/>
          </a:xfrm>
        </p:spPr>
        <p:txBody>
          <a:bodyPr/>
          <a:lstStyle>
            <a:lvl1pPr>
              <a:lnSpc>
                <a:spcPct val="100000"/>
              </a:lnSpc>
              <a:spcAft>
                <a:spcPts val="1000"/>
              </a:spcAft>
              <a:defRPr sz="1800" b="1"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57033"/>
            <a:ext cx="3280410" cy="399256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57033"/>
            <a:ext cx="3280410" cy="399256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955500F-3808-9CA2-1F44-A64164571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E6F2E23D-BB9F-B34F-EC85-66F73AA73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577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Four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3280410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614568"/>
            <a:ext cx="3280410" cy="227048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800" b="1">
                <a:latin typeface="+mn-lt"/>
              </a:defRPr>
            </a:lvl1pPr>
            <a:lvl2pPr>
              <a:spcBef>
                <a:spcPts val="600"/>
              </a:spcBef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57034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4500">
                <a:latin typeface="+mn-lt"/>
              </a:defRPr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8E7DA0-330F-0EFA-F5EA-9B8D8ADDB8B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087958" y="1957034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4500">
                <a:latin typeface="+mn-lt"/>
              </a:defRPr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F934F8D-EEE5-A5C7-4F51-62B220EA007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242435" y="3727982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4500" b="0"/>
            </a:lvl1pPr>
            <a:lvl2pPr>
              <a:lnSpc>
                <a:spcPct val="100000"/>
              </a:lnSpc>
              <a:spcBef>
                <a:spcPts val="0"/>
              </a:spcBef>
              <a:defRPr sz="1200"/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6F4A050-73C7-4EF8-22E1-17E2117180F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087958" y="3727982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4500" b="0"/>
            </a:lvl1pPr>
            <a:lvl2pPr>
              <a:lnSpc>
                <a:spcPct val="100000"/>
              </a:lnSpc>
              <a:spcBef>
                <a:spcPts val="0"/>
              </a:spcBef>
              <a:defRPr sz="1200"/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279AEC2-3D38-AA3C-D9ED-F56066F02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1F2E443D-FB19-EC91-F034-92383A4D9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8522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Two Smal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9CDDF52B-DBF3-6EA5-316F-86B168D5B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440338"/>
            <a:ext cx="3448050" cy="44985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440338"/>
            <a:ext cx="3280410" cy="1929924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3689588"/>
            <a:ext cx="3621405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440339"/>
            <a:ext cx="3280410" cy="1929924"/>
          </a:xfrm>
        </p:spPr>
        <p:txBody>
          <a:bodyPr tIns="18288"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3689588"/>
            <a:ext cx="3621405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7D3849-C8CD-8658-1466-0AC905A329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45FB2FC1-37EA-E80B-8E2C-5BB79F82C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5979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2157443-656C-E355-D086-838984BE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08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05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7197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8482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D39F23-E441-3514-2A4F-F9CCA291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502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Two Image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2898A4C-932E-23E9-DC30-A54F1747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02723"/>
            <a:ext cx="3389473" cy="192992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410052"/>
            <a:ext cx="3621405" cy="347456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7380"/>
            <a:ext cx="3280410" cy="193992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410052"/>
            <a:ext cx="3621405" cy="347456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7380"/>
            <a:ext cx="3280410" cy="193992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BD5BA45-6FFD-0692-0F0F-E110F28E6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A0EF6EA-3F57-5496-E0F3-4864ED110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4505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69" y="1946275"/>
            <a:ext cx="2757805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9821" y="1946275"/>
            <a:ext cx="2752324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66511" y="1946275"/>
            <a:ext cx="2749927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1946275"/>
            <a:ext cx="2749927" cy="4035425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4BACFA0-1865-CA7A-660A-9F840AA5E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BCCFAC37-C331-299A-576E-FB4D9E87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828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484563"/>
            <a:ext cx="3280410" cy="245427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3484563"/>
            <a:ext cx="3280410" cy="245427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3484563"/>
            <a:ext cx="3280410" cy="2454275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DAB432F-854F-42B3-F530-13E74D7AA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3B9F6906-FD55-4ECF-BC68-21EDA9D47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14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17" y="3484563"/>
            <a:ext cx="2757805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75769" y="3484563"/>
            <a:ext cx="2752324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52459" y="3484563"/>
            <a:ext cx="2749927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3484563"/>
            <a:ext cx="2749927" cy="2497137"/>
          </a:xfrm>
        </p:spPr>
        <p:txBody>
          <a:bodyPr rIns="91440"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5B11690-3DC6-7B4C-5196-E388A5114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8A6C4D-3F5E-1CC8-64FD-F01177BD1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578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ntro Four Content Four Infographic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36A1FE59-52D8-7819-FCA0-4B851241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088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908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F624C-8E74-64EA-25D6-81C018D703C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92401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5BA71C3-8B98-CBAD-967B-B8C200A9F9D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81894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83A7053-6A7D-A8F8-4656-87270953BD6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71386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800"/>
              </a:spcAft>
              <a:defRPr sz="1500"/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C48D2-B18D-75C7-0C7E-1D9DB1396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9EBCD51-8DA2-A863-38B9-4D39E92CB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80E08F-9CFF-A0A0-CB3A-AC9CDC3AD14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617" y="1428750"/>
            <a:ext cx="5645947" cy="1428750"/>
          </a:xfrm>
        </p:spPr>
        <p:txBody>
          <a:bodyPr rIns="91440"/>
          <a:lstStyle>
            <a:lvl1pPr>
              <a:defRPr sz="20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356772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68A701A6-89AB-4B4D-0870-B17023D69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4478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5F5E5E69-4FFF-DFC2-659C-7E55787A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7669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69" y="3998913"/>
            <a:ext cx="2757805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FEE2C3B1-D32B-2DC8-8154-D81D14148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89821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9821" y="3998913"/>
            <a:ext cx="2752324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4143737-9FAE-4BEB-0906-D059D53A4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6511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66511" y="3998913"/>
            <a:ext cx="2749927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5FAA5E52-06C6-50C6-842F-09B2897EB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8456" y="1428750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3998913"/>
            <a:ext cx="2749927" cy="19827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C3E4A20-48E1-6B96-207C-2A01DD8E97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4392E8-8FC9-D8AC-538E-69F5A15C1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695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3858E610-9BD2-B05C-EB3A-1A76DB512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9482" y="1443674"/>
            <a:ext cx="2597467" cy="398081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3C981AC-1133-16A2-C7BE-8EEEC24A1CC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93938" y="1443674"/>
            <a:ext cx="2597467" cy="398081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7914" y="1428750"/>
            <a:ext cx="5634604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57913" y="4041936"/>
            <a:ext cx="2765425" cy="1929924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8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DA732D9-8671-5C81-D1CA-1C96F66F29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044749" y="4041936"/>
            <a:ext cx="2765425" cy="1929924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200" b="0">
                <a:latin typeface="+mj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5361E65-8489-022E-9A46-0B36035A1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F60ED92-61BC-58F9-6255-C99E6BFB7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6264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5F55CA50-833E-6AD7-FF00-933528ACE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8072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77C545-7EB4-7043-6F4E-6EF59E44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DE2265-798C-4C34-2F7A-9E37AD0B72E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330243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9929FFD-F8B6-8070-3AC3-1EF5C988CD6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9006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70EFDA-9453-BCA5-D941-12F2ACA2074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67769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3C9BD80-9837-E8C2-7515-BE852BF7BDF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086532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8414709-ADE5-C602-1625-C637F6C5FB1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0005295" y="1949196"/>
            <a:ext cx="1796733" cy="3521964"/>
          </a:xfrm>
        </p:spPr>
        <p:txBody>
          <a:bodyPr/>
          <a:lstStyle>
            <a:lvl1pPr>
              <a:spcAft>
                <a:spcPts val="1200"/>
              </a:spcAft>
              <a:defRPr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C01FB3-8B1A-6F97-AB07-F4AF0F675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2E9AFACD-CF24-6CBE-B881-BC6725753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894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Six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Placeholder 1">
            <a:extLst>
              <a:ext uri="{FF2B5EF4-FFF2-40B4-BE49-F238E27FC236}">
                <a16:creationId xmlns:a16="http://schemas.microsoft.com/office/drawing/2014/main" id="{9C59803B-BF63-6637-E0C7-431792EDF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8072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3E53EE2-D031-FB0F-FA32-18DFB38D853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77C545-7EB4-7043-6F4E-6EF59E44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544A30F-D4EB-D59A-37AC-6229A950B4E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2326433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604CA07-6A61-6EE7-9AB7-5D1AC3E61585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2326433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C17F671-8B9C-F9FE-AEDA-9A8FBDDADA3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49006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9B651F7-7166-CE84-83FD-8A58F6870DE8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249006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CE30FE5-2A66-1ECD-730E-80C2B769357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167769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90F1832-1857-55DA-5830-56D2E0B84073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167769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67701D3-6751-E230-8414-4D83FACD1903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86532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D9D2967-C22A-B1DF-008F-37A536CDA2A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8086532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64E5050-91BD-1F8D-DCE3-AFCCBA5D49F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10005295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0B501A3-4C30-D139-31F2-53CC077019FD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10005295" y="3488436"/>
            <a:ext cx="1796733" cy="2443101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1100"/>
            </a:lvl4pPr>
            <a:lvl5pPr>
              <a:lnSpc>
                <a:spcPct val="10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53C0A1-993D-3C98-C331-16749B76A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15441E1C-321B-0C48-3C86-6A2676A09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670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883" y="-300748"/>
            <a:ext cx="5638005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340C10-F5A2-1E40-474D-C57EC62F0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6039888" y="593396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135" y="1317530"/>
            <a:ext cx="5668962" cy="3758184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40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829" y="4983333"/>
            <a:ext cx="4702359" cy="101484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2B9EA5E-E423-D219-6037-CCB61AE3B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901CE32-26BB-268E-2590-66DB5ADDF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1538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516" y="-300748"/>
            <a:ext cx="564709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4BAF2E-BAB1-C03F-41A7-B26DABB21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272991" y="2732672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16" y="3485571"/>
            <a:ext cx="5498502" cy="2503272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60655EE7-5FC0-8DDF-88F0-21ECCBD7D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50276" y="393871"/>
            <a:ext cx="5660724" cy="4544842"/>
          </a:xfrm>
          <a:custGeom>
            <a:avLst/>
            <a:gdLst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0 w 5660724"/>
              <a:gd name="connsiteY3" fmla="*/ 4544842 h 4544842"/>
              <a:gd name="connsiteX4" fmla="*/ 0 w 5660724"/>
              <a:gd name="connsiteY4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056464 w 5660724"/>
              <a:gd name="connsiteY3" fmla="*/ 4536269 h 4544842"/>
              <a:gd name="connsiteX4" fmla="*/ 0 w 5660724"/>
              <a:gd name="connsiteY4" fmla="*/ 4544842 h 4544842"/>
              <a:gd name="connsiteX5" fmla="*/ 0 w 5660724"/>
              <a:gd name="connsiteY5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643204 w 5660724"/>
              <a:gd name="connsiteY3" fmla="*/ 452102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231724 w 5660724"/>
              <a:gd name="connsiteY3" fmla="*/ 40714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25144 w 5660724"/>
              <a:gd name="connsiteY3" fmla="*/ 378188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612724 w 5660724"/>
              <a:gd name="connsiteY4" fmla="*/ 452864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34143 w 5660724"/>
              <a:gd name="connsiteY4" fmla="*/ 4442924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771791 w 5660724"/>
              <a:gd name="connsiteY3" fmla="*/ 3971436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113836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72631"/>
              <a:gd name="connsiteY0" fmla="*/ 0 h 4544842"/>
              <a:gd name="connsiteX1" fmla="*/ 5660724 w 5672631"/>
              <a:gd name="connsiteY1" fmla="*/ 0 h 4544842"/>
              <a:gd name="connsiteX2" fmla="*/ 5672631 w 5672631"/>
              <a:gd name="connsiteY2" fmla="*/ 4054305 h 4544842"/>
              <a:gd name="connsiteX3" fmla="*/ 2874185 w 5672631"/>
              <a:gd name="connsiteY3" fmla="*/ 4114311 h 4544842"/>
              <a:gd name="connsiteX4" fmla="*/ 2593674 w 5672631"/>
              <a:gd name="connsiteY4" fmla="*/ 4535793 h 4544842"/>
              <a:gd name="connsiteX5" fmla="*/ 0 w 5672631"/>
              <a:gd name="connsiteY5" fmla="*/ 4544842 h 4544842"/>
              <a:gd name="connsiteX6" fmla="*/ 0 w 5672631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21455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60724" h="4544842">
                <a:moveTo>
                  <a:pt x="0" y="0"/>
                </a:moveTo>
                <a:lnTo>
                  <a:pt x="5660724" y="0"/>
                </a:lnTo>
                <a:lnTo>
                  <a:pt x="5655963" y="4120980"/>
                </a:lnTo>
                <a:lnTo>
                  <a:pt x="2874185" y="4121455"/>
                </a:lnTo>
                <a:lnTo>
                  <a:pt x="2593674" y="4535793"/>
                </a:lnTo>
                <a:lnTo>
                  <a:pt x="0" y="454484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tIns="1280160"/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0276" y="4987818"/>
            <a:ext cx="5660724" cy="730266"/>
          </a:xfrm>
        </p:spPr>
        <p:txBody>
          <a:bodyPr/>
          <a:lstStyle>
            <a:lvl1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E32291E-24B4-2FB8-4B35-A439686DB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1A378F0-4CD0-C4E0-D2F7-5959B577E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3150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 Gra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516" y="-300748"/>
            <a:ext cx="564709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4BAF2E-BAB1-C03F-41A7-B26DABB21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272991" y="2732672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16" y="3485571"/>
            <a:ext cx="5498502" cy="2503272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AE626E5-51F6-0BEB-2AFE-FE78E1409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6163970" y="400050"/>
            <a:ext cx="5637503" cy="4521510"/>
          </a:xfrm>
          <a:custGeom>
            <a:avLst/>
            <a:gdLst>
              <a:gd name="connsiteX0" fmla="*/ 0 w 5637503"/>
              <a:gd name="connsiteY0" fmla="*/ 0 h 4521510"/>
              <a:gd name="connsiteX1" fmla="*/ 5637503 w 5637503"/>
              <a:gd name="connsiteY1" fmla="*/ 0 h 4521510"/>
              <a:gd name="connsiteX2" fmla="*/ 5636321 w 5637503"/>
              <a:gd name="connsiteY2" fmla="*/ 2101892 h 4521510"/>
              <a:gd name="connsiteX3" fmla="*/ 5635136 w 5637503"/>
              <a:gd name="connsiteY3" fmla="*/ 4208474 h 4521510"/>
              <a:gd name="connsiteX4" fmla="*/ 2786509 w 5637503"/>
              <a:gd name="connsiteY4" fmla="*/ 4206576 h 4521510"/>
              <a:gd name="connsiteX5" fmla="*/ 2583036 w 5637503"/>
              <a:gd name="connsiteY5" fmla="*/ 4512498 h 4521510"/>
              <a:gd name="connsiteX6" fmla="*/ 0 w 5637503"/>
              <a:gd name="connsiteY6" fmla="*/ 4521510 h 4521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37503" h="4521510">
                <a:moveTo>
                  <a:pt x="0" y="0"/>
                </a:moveTo>
                <a:lnTo>
                  <a:pt x="5637503" y="0"/>
                </a:lnTo>
                <a:lnTo>
                  <a:pt x="5636321" y="2101892"/>
                </a:lnTo>
                <a:cubicBezTo>
                  <a:pt x="5636518" y="2804481"/>
                  <a:pt x="5636716" y="3507070"/>
                  <a:pt x="5635136" y="4208474"/>
                </a:cubicBezTo>
                <a:lnTo>
                  <a:pt x="2786509" y="4206576"/>
                </a:lnTo>
                <a:lnTo>
                  <a:pt x="2583036" y="4512498"/>
                </a:lnTo>
                <a:lnTo>
                  <a:pt x="0" y="452151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1280160" bIns="2743200" anchor="t" anchorCtr="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0276" y="4987818"/>
            <a:ext cx="5660724" cy="730266"/>
          </a:xfrm>
        </p:spPr>
        <p:txBody>
          <a:bodyPr/>
          <a:lstStyle>
            <a:lvl1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605F451-C7FA-B67A-7A4E-B4953B3BF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7A1FB0A-E7CA-63CD-DB09-C9F16CA91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98819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743AD5A7-567D-9EC7-BECB-71D2480F2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34788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7339CEB-91F9-B7FD-86D6-A4C114DA3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3536" y="400051"/>
            <a:ext cx="6078018" cy="5024273"/>
          </a:xfrm>
          <a:custGeom>
            <a:avLst/>
            <a:gdLst>
              <a:gd name="connsiteX0" fmla="*/ 0 w 6078018"/>
              <a:gd name="connsiteY0" fmla="*/ 0 h 5024273"/>
              <a:gd name="connsiteX1" fmla="*/ 6078018 w 6078018"/>
              <a:gd name="connsiteY1" fmla="*/ 0 h 5024273"/>
              <a:gd name="connsiteX2" fmla="*/ 6078018 w 6078018"/>
              <a:gd name="connsiteY2" fmla="*/ 4662902 h 5024273"/>
              <a:gd name="connsiteX3" fmla="*/ 3041951 w 6078018"/>
              <a:gd name="connsiteY3" fmla="*/ 4663975 h 5024273"/>
              <a:gd name="connsiteX4" fmla="*/ 2829053 w 6078018"/>
              <a:gd name="connsiteY4" fmla="*/ 5023866 h 5024273"/>
              <a:gd name="connsiteX5" fmla="*/ 0 w 6078018"/>
              <a:gd name="connsiteY5" fmla="*/ 5024273 h 502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78018" h="5024273">
                <a:moveTo>
                  <a:pt x="0" y="0"/>
                </a:moveTo>
                <a:lnTo>
                  <a:pt x="6078018" y="0"/>
                </a:lnTo>
                <a:lnTo>
                  <a:pt x="6078018" y="4662902"/>
                </a:lnTo>
                <a:lnTo>
                  <a:pt x="3041951" y="4663975"/>
                </a:lnTo>
                <a:lnTo>
                  <a:pt x="2829053" y="5023866"/>
                </a:lnTo>
                <a:lnTo>
                  <a:pt x="0" y="502427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411480" tIns="1170432" rIns="365760">
            <a:noAutofit/>
          </a:bodyPr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9197" y="4470739"/>
            <a:ext cx="4704858" cy="51083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D1BEFAC-D99F-7020-6110-CD8460311A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 anchor="b" anchorCtr="0">
            <a:no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DFE5ED4-420E-CADB-A68A-A7D421280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961284F9-299F-5762-4D10-4246CB963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EFB371-D664-A7CF-D5EE-BB0684D60FED}"/>
              </a:ext>
            </a:extLst>
          </p:cNvPr>
          <p:cNvSpPr txBox="1"/>
          <p:nvPr userDrawn="1"/>
        </p:nvSpPr>
        <p:spPr>
          <a:xfrm>
            <a:off x="6034838" y="299570"/>
            <a:ext cx="762000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>
                <a:ln>
                  <a:noFill/>
                </a:ln>
                <a:solidFill>
                  <a:srgbClr val="FC5108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“</a:t>
            </a:r>
            <a:endParaRPr kumimoji="0" lang="en-US" sz="13800" b="1" u="none" strike="noStrike" kern="0" cap="none" spc="0" normalizeH="0" baseline="0" noProof="0">
              <a:ln>
                <a:noFill/>
              </a:ln>
              <a:solidFill>
                <a:srgbClr val="FC5108"/>
              </a:solidFill>
              <a:effectLst/>
              <a:uLnTx/>
              <a:uFillTx/>
              <a:latin typeface="+mn-lt"/>
              <a:cs typeface="Arial" panose="020B0604020202020204" pitchFamily="34" charset="0"/>
            </a:endParaRPr>
          </a:p>
          <a:p>
            <a:endParaRPr lang="en-US" sz="6000" b="1">
              <a:solidFill>
                <a:srgbClr val="FC5108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592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694" y="4463448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1192" y="737608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F16A-3F0F-40AD-25BD-32F2F4A17D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E1340CD9-3B8A-B030-B8FC-EAD510678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2040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2">
    <p:bg>
      <p:bgPr>
        <a:solidFill>
          <a:srgbClr val="DFE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BD27D-46ED-F893-79F1-23481FEA9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8206B60F-A556-76A5-2FBC-4C736F4B1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54572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3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336" y="-300748"/>
            <a:ext cx="564127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77249-98B8-FACA-4ACE-60FB5325B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427FF8A-B4F7-3F6B-6AC3-2F7EC1DC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5985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F2C136D6-EB53-8EAB-067D-F21D72B54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663" y="-319682"/>
            <a:ext cx="5695950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D3CF2F-7A33-6AA8-EBBC-3A558D724586}"/>
              </a:ext>
            </a:extLst>
          </p:cNvPr>
          <p:cNvSpPr txBox="1"/>
          <p:nvPr userDrawn="1"/>
        </p:nvSpPr>
        <p:spPr>
          <a:xfrm>
            <a:off x="394728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l"/>
            <a:r>
              <a:rPr lang="en-US" sz="1050" b="1">
                <a:solidFill>
                  <a:schemeClr val="bg1"/>
                </a:solidFill>
              </a:rPr>
              <a:t>PwC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94593D8-AEB6-3CA5-7E3B-6BA6D552D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C1E67C1D-7D69-01C7-F212-8FD6EC41D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3533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D055151-7117-866F-6824-F774A7F56F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284" y="3480486"/>
            <a:ext cx="4499480" cy="2458352"/>
          </a:xfrm>
        </p:spPr>
        <p:txBody>
          <a:bodyPr/>
          <a:lstStyle>
            <a:lvl1pPr>
              <a:lnSpc>
                <a:spcPct val="100000"/>
              </a:lnSpc>
              <a:defRPr sz="3200" b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96854-0B82-0332-CB0D-B653A0471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5199063" y="400050"/>
            <a:ext cx="6614842" cy="5539040"/>
          </a:xfrm>
          <a:custGeom>
            <a:avLst/>
            <a:gdLst>
              <a:gd name="connsiteX0" fmla="*/ 2370 w 6614842"/>
              <a:gd name="connsiteY0" fmla="*/ 0 h 5539040"/>
              <a:gd name="connsiteX1" fmla="*/ 6614842 w 6614842"/>
              <a:gd name="connsiteY1" fmla="*/ 0 h 5539040"/>
              <a:gd name="connsiteX2" fmla="*/ 6611213 w 6614842"/>
              <a:gd name="connsiteY2" fmla="*/ 5179084 h 5539040"/>
              <a:gd name="connsiteX3" fmla="*/ 3320084 w 6614842"/>
              <a:gd name="connsiteY3" fmla="*/ 5175675 h 5539040"/>
              <a:gd name="connsiteX4" fmla="*/ 3075776 w 6614842"/>
              <a:gd name="connsiteY4" fmla="*/ 5539040 h 5539040"/>
              <a:gd name="connsiteX5" fmla="*/ 0 w 6614842"/>
              <a:gd name="connsiteY5" fmla="*/ 5536403 h 5539040"/>
              <a:gd name="connsiteX6" fmla="*/ 2078 w 6614842"/>
              <a:gd name="connsiteY6" fmla="*/ 2755139 h 553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42" h="5539040">
                <a:moveTo>
                  <a:pt x="2370" y="0"/>
                </a:moveTo>
                <a:lnTo>
                  <a:pt x="6614842" y="0"/>
                </a:lnTo>
                <a:lnTo>
                  <a:pt x="6611213" y="5179084"/>
                </a:lnTo>
                <a:lnTo>
                  <a:pt x="3320084" y="5175675"/>
                </a:lnTo>
                <a:lnTo>
                  <a:pt x="3075776" y="5539040"/>
                </a:lnTo>
                <a:lnTo>
                  <a:pt x="0" y="5536403"/>
                </a:lnTo>
                <a:cubicBezTo>
                  <a:pt x="1583" y="4615367"/>
                  <a:pt x="1979" y="3686592"/>
                  <a:pt x="2078" y="275513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29E8A37-B7AE-34F5-AC2C-2C3307E45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83E901E5-0C0F-02C2-6E8B-66E81BE06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37256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2336"/>
            <a:ext cx="3737453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E1A1E6-6268-D4D9-C145-1013364B1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670" y="2979420"/>
            <a:ext cx="3727450" cy="262096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500"/>
            </a:lvl1pPr>
            <a:lvl2pPr>
              <a:defRPr sz="1200">
                <a:latin typeface="+mj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A2383-F769-2E5D-64C9-71C8F2AC6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5199063" y="402336"/>
            <a:ext cx="6614837" cy="5532376"/>
          </a:xfrm>
          <a:custGeom>
            <a:avLst/>
            <a:gdLst>
              <a:gd name="connsiteX0" fmla="*/ 2369 w 6614837"/>
              <a:gd name="connsiteY0" fmla="*/ 0 h 5532376"/>
              <a:gd name="connsiteX1" fmla="*/ 6614837 w 6614837"/>
              <a:gd name="connsiteY1" fmla="*/ 0 h 5532376"/>
              <a:gd name="connsiteX2" fmla="*/ 6611213 w 6614837"/>
              <a:gd name="connsiteY2" fmla="*/ 5172420 h 5532376"/>
              <a:gd name="connsiteX3" fmla="*/ 3320084 w 6614837"/>
              <a:gd name="connsiteY3" fmla="*/ 5169011 h 5532376"/>
              <a:gd name="connsiteX4" fmla="*/ 3075776 w 6614837"/>
              <a:gd name="connsiteY4" fmla="*/ 5532376 h 5532376"/>
              <a:gd name="connsiteX5" fmla="*/ 0 w 6614837"/>
              <a:gd name="connsiteY5" fmla="*/ 5529739 h 5532376"/>
              <a:gd name="connsiteX6" fmla="*/ 2078 w 6614837"/>
              <a:gd name="connsiteY6" fmla="*/ 2748475 h 553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37" h="5532376">
                <a:moveTo>
                  <a:pt x="2369" y="0"/>
                </a:moveTo>
                <a:lnTo>
                  <a:pt x="6614837" y="0"/>
                </a:lnTo>
                <a:lnTo>
                  <a:pt x="6611213" y="5172420"/>
                </a:lnTo>
                <a:lnTo>
                  <a:pt x="3320084" y="5169011"/>
                </a:lnTo>
                <a:lnTo>
                  <a:pt x="3075776" y="5532376"/>
                </a:lnTo>
                <a:lnTo>
                  <a:pt x="0" y="5529739"/>
                </a:lnTo>
                <a:cubicBezTo>
                  <a:pt x="1583" y="4608703"/>
                  <a:pt x="1979" y="3679928"/>
                  <a:pt x="2078" y="274847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619E784-11F4-A104-BB77-5E8F8D39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BF37CFFA-3D80-3409-C50E-D2A382F26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10663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2457451"/>
            <a:ext cx="2767808" cy="76581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E1A1E6-6268-D4D9-C145-1013364B1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669" y="3492183"/>
            <a:ext cx="2757805" cy="2115820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200" b="0">
                <a:latin typeface="+mj-lt"/>
              </a:defRPr>
            </a:lvl1pPr>
            <a:lvl2pPr>
              <a:defRPr sz="1200"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65F8295-3C5A-A1AE-F43F-1FA6D8B2F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0A1C61F-1977-8EC5-355B-66B6908EB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8FF515D-AF08-494F-FFD1-C5F2FEFB4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3288471" y="400050"/>
            <a:ext cx="8513514" cy="5540196"/>
          </a:xfrm>
          <a:custGeom>
            <a:avLst/>
            <a:gdLst>
              <a:gd name="connsiteX0" fmla="*/ 3049 w 8513514"/>
              <a:gd name="connsiteY0" fmla="*/ 0 h 5540196"/>
              <a:gd name="connsiteX1" fmla="*/ 8513003 w 8513514"/>
              <a:gd name="connsiteY1" fmla="*/ 0 h 5540196"/>
              <a:gd name="connsiteX2" fmla="*/ 8512994 w 8513514"/>
              <a:gd name="connsiteY2" fmla="*/ 10458 h 5540196"/>
              <a:gd name="connsiteX3" fmla="*/ 8513514 w 8513514"/>
              <a:gd name="connsiteY3" fmla="*/ 10458 h 5540196"/>
              <a:gd name="connsiteX4" fmla="*/ 8508849 w 8513514"/>
              <a:gd name="connsiteY4" fmla="*/ 5182877 h 5540196"/>
              <a:gd name="connsiteX5" fmla="*/ 4273312 w 8513514"/>
              <a:gd name="connsiteY5" fmla="*/ 5179468 h 5540196"/>
              <a:gd name="connsiteX6" fmla="*/ 4037481 w 8513514"/>
              <a:gd name="connsiteY6" fmla="*/ 5538070 h 5540196"/>
              <a:gd name="connsiteX7" fmla="*/ 511 w 8513514"/>
              <a:gd name="connsiteY7" fmla="*/ 5540196 h 5540196"/>
              <a:gd name="connsiteX8" fmla="*/ 527 w 8513514"/>
              <a:gd name="connsiteY8" fmla="*/ 5529738 h 5540196"/>
              <a:gd name="connsiteX9" fmla="*/ 0 w 8513514"/>
              <a:gd name="connsiteY9" fmla="*/ 5529738 h 5540196"/>
              <a:gd name="connsiteX10" fmla="*/ 2674 w 8513514"/>
              <a:gd name="connsiteY10" fmla="*/ 2748474 h 554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13514" h="5540196">
                <a:moveTo>
                  <a:pt x="3049" y="0"/>
                </a:moveTo>
                <a:lnTo>
                  <a:pt x="8513003" y="0"/>
                </a:lnTo>
                <a:lnTo>
                  <a:pt x="8512994" y="10458"/>
                </a:lnTo>
                <a:lnTo>
                  <a:pt x="8513514" y="10458"/>
                </a:lnTo>
                <a:lnTo>
                  <a:pt x="8508849" y="5182877"/>
                </a:lnTo>
                <a:lnTo>
                  <a:pt x="4273312" y="5179468"/>
                </a:lnTo>
                <a:lnTo>
                  <a:pt x="4037481" y="5538070"/>
                </a:lnTo>
                <a:lnTo>
                  <a:pt x="511" y="5540196"/>
                </a:lnTo>
                <a:lnTo>
                  <a:pt x="527" y="5529738"/>
                </a:lnTo>
                <a:lnTo>
                  <a:pt x="0" y="5529738"/>
                </a:lnTo>
                <a:cubicBezTo>
                  <a:pt x="2037" y="4608702"/>
                  <a:pt x="2547" y="3679927"/>
                  <a:pt x="2674" y="274847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188720" tIns="1554480" rIns="1188720">
            <a:noAutofit/>
          </a:bodyPr>
          <a:lstStyle>
            <a:lvl1pPr algn="ctr">
              <a:defRPr b="0" i="0"/>
            </a:lvl1pPr>
          </a:lstStyle>
          <a:p>
            <a:r>
              <a:rPr lang="en-US"/>
              <a:t>Click icon to add picture—do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not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scale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or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stretch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this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photo</a:t>
            </a:r>
            <a:r>
              <a:rPr lang="en-US" sz="1500" kern="10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/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269206852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50275" y="918220"/>
            <a:ext cx="5660723" cy="184665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276" y="2433637"/>
            <a:ext cx="5660724" cy="3027363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66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B293083-8587-219C-C524-D809D6A86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AC9A00F-F989-8AFC-7652-904E0B2E4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37C9592-01FB-4A3C-B7D0-60D0B86B7CC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967" y="4513993"/>
            <a:ext cx="4684384" cy="143271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18135966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/>
              <a:t>Title for accessibility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967" y="4513993"/>
            <a:ext cx="4684384" cy="143271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50275" y="918220"/>
            <a:ext cx="5651199" cy="184665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276" y="2433637"/>
            <a:ext cx="5660724" cy="3027363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66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88750FF-80B0-EEE6-F89F-A76248A4F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E9F5B4A-B723-2879-D7EE-D016027E2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52470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69B2012-7A09-E6A5-2473-4DB6823B0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4688683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806524E-A06F-7FE8-9CD5-2244991C1E3D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07670" y="3492183"/>
            <a:ext cx="3719830" cy="2446655"/>
          </a:xfrm>
        </p:spPr>
        <p:txBody>
          <a:bodyPr/>
          <a:lstStyle>
            <a:lvl1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4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099A4469-274E-EB1F-F85D-D95E959AA1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99978" y="1424941"/>
            <a:ext cx="1804072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0678072-A6EC-A7CF-E412-0D3F27A1A0A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127838" y="1446213"/>
            <a:ext cx="3711612" cy="14112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750FAC0A-93E6-9A08-7990-0346002AB7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9978" y="2981643"/>
            <a:ext cx="1804072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62FE28B-1451-7A6D-A415-8DE9235897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127838" y="2979420"/>
            <a:ext cx="3711612" cy="14112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C66DD72C-97BB-14F2-361C-2441F75A432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99978" y="4521518"/>
            <a:ext cx="1804072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DD78EAE-A704-D3CE-D6AA-6E6E52DCA21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127838" y="4519931"/>
            <a:ext cx="3711612" cy="1411287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A56C71D-1695-AE64-7C05-4DD0750A3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3EB5F658-B8CE-7FB5-990E-79F690D1E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5348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Large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44092"/>
            <a:ext cx="4688683" cy="24490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5533" y="880660"/>
            <a:ext cx="5636494" cy="204542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200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05126B4-5061-ACE1-29DB-F4E4B93050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A318CA9E-32E8-938F-0187-CE5990310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440408-8D82-6FAB-8574-86AD0978A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65850" y="3500447"/>
            <a:ext cx="5635625" cy="2438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7741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8350" y="400050"/>
            <a:ext cx="4683125" cy="2970213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/>
              <a:t>0,000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A3DA15-4C69-255A-358A-480458D2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8C705A-7501-8BB2-360F-85F75D8C54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37638" y="3484563"/>
            <a:ext cx="2757487" cy="1939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539548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400050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57450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6051" y="400050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57450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6051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1732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ACEF0AF-E2A8-B95F-9038-793C9FF94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448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99FF79-E280-3938-1C31-43318E483BD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7448" y="3497972"/>
            <a:ext cx="3310128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47643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10A441-AAF8-956B-4228-2D18EE68948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7643" y="3497972"/>
            <a:ext cx="3310128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87598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0B2565-5D1B-BDBB-F14A-0C38A487F36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087598" y="3497972"/>
            <a:ext cx="3310128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04545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5B5614F-1512-8F64-6245-6374F3844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5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448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99FF79-E280-3938-1C31-43318E483BD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7448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88624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10A441-AAF8-956B-4228-2D18EE68948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288624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69800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0B2565-5D1B-BDBB-F14A-0C38A487F36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69800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1C89EB2-461C-D9DB-DBF2-EA17EA40A6C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050976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9B3672-1BF6-5E8D-DC7D-048381D2695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050976" y="3499316"/>
            <a:ext cx="2378112" cy="2752344"/>
          </a:xfrm>
        </p:spPr>
        <p:txBody>
          <a:bodyPr/>
          <a:lstStyle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50DA203-9211-4FDA-05C5-46A210422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13" name="Slide Number Placeholder 13">
            <a:extLst>
              <a:ext uri="{FF2B5EF4-FFF2-40B4-BE49-F238E27FC236}">
                <a16:creationId xmlns:a16="http://schemas.microsoft.com/office/drawing/2014/main" id="{B4612D97-4010-1226-69CD-B037A384C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99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9F1385C-E183-4949-1E52-945BDAAE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425" y="3495320"/>
            <a:ext cx="3719076" cy="2451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99063" y="1946275"/>
            <a:ext cx="5640387" cy="3992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125A049-51AB-8CE0-1E82-0861CFA1A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6618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78DDC8F-4B6A-28FC-A391-BC1BA031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1484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E07336A-CA43-BA10-15BC-4A7C003A234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11484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88643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288663-0E16-0C59-085F-F9A84A37B9F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288643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65802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38614DA-316C-FC85-3F42-B262BEAC7A89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6165805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42961" y="19706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19D1C7E-BE40-062C-9607-4651359E8EAD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050247" y="4513263"/>
            <a:ext cx="2752324" cy="1433514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41504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78DDC8F-4B6A-28FC-A391-BC1BA031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1484" y="144239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288663-0E16-0C59-085F-F9A84A37B9F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288643" y="1433352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11484" y="349473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31502B-FAB9-8313-90B7-D7C06363AE17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3288643" y="3495709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66924" y="144239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DF40A1F-2110-372D-0359-94789B6D9CD7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049151" y="1433352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66924" y="349473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CAFF494-77C5-F797-6FAA-D4D42743AB5D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9044083" y="3495709"/>
            <a:ext cx="2752324" cy="192877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E233FD-F166-12B7-E028-644C10A7A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32993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5E5D8444-089B-403E-0473-39C612391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898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688FCD4-650D-9754-A431-CE452572F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49962D1-3866-8382-AE37-FC366FF57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96424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>
            <a:extLst>
              <a:ext uri="{FF2B5EF4-FFF2-40B4-BE49-F238E27FC236}">
                <a16:creationId xmlns:a16="http://schemas.microsoft.com/office/drawing/2014/main" id="{F8F99880-94B3-9D84-6F85-4EE14C59C385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3658" y="1946275"/>
            <a:ext cx="6629400" cy="1482725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97150" y="4823926"/>
            <a:ext cx="6604325" cy="1655540"/>
          </a:xfrm>
        </p:spPr>
        <p:txBody>
          <a:bodyPr bIns="36576" anchor="b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1100" b="0"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legal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349554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2431" y="1428750"/>
            <a:ext cx="8520907" cy="1933344"/>
          </a:xfrm>
        </p:spPr>
        <p:txBody>
          <a:bodyPr anchor="b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432" y="3490335"/>
            <a:ext cx="8520908" cy="1422978"/>
          </a:xfr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9618646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2431" y="1957425"/>
            <a:ext cx="5229304" cy="2441537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7914" y="1957425"/>
            <a:ext cx="4681536" cy="2441538"/>
          </a:xfrm>
        </p:spPr>
        <p:txBody>
          <a:bodyPr anchor="t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25632328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0978934B-5525-9236-62EF-C2B06F0BC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3582" y="400050"/>
            <a:ext cx="11387893" cy="3484563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3582" y="4410115"/>
            <a:ext cx="5630031" cy="1541462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9939" y="4410114"/>
            <a:ext cx="4681536" cy="1541463"/>
          </a:xfrm>
        </p:spPr>
        <p:txBody>
          <a:bodyPr anchor="t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42252025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1873B9CA-C271-768C-0B16-88845540153B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7"/>
            <a:ext cx="6606383" cy="9152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665" y="1946276"/>
            <a:ext cx="9482935" cy="3992562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56A229-FEBB-D152-453C-CB7311E22927}"/>
              </a:ext>
            </a:extLst>
          </p:cNvPr>
          <p:cNvSpPr txBox="1"/>
          <p:nvPr userDrawn="1"/>
        </p:nvSpPr>
        <p:spPr>
          <a:xfrm>
            <a:off x="402431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36804615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9B4C70A-448E-FF82-4DED-5DB3D9F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31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624615" y="2112889"/>
            <a:ext cx="2507891" cy="487329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E3B5C0-2252-2AC3-B6AC-A233A36FB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9692F48-AF82-1715-E4E9-63450836F65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7668" y="2742796"/>
            <a:ext cx="4034790" cy="34715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62A7918B-DE5F-6A73-C501-5C68674FC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48043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67B4760-565A-7004-A839-C40CB910D57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069827" y="2112889"/>
            <a:ext cx="2507891" cy="487329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F931C81-0567-AE16-286A-39C10E955C4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2880" y="2742796"/>
            <a:ext cx="4034790" cy="34715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333082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9B4C70A-448E-FF82-4DED-5DB3D9F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31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624616" y="2112889"/>
            <a:ext cx="2015230" cy="487329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E3B5C0-2252-2AC3-B6AC-A233A36FB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9692F48-AF82-1715-E4E9-63450836F65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7668" y="2742796"/>
            <a:ext cx="3242178" cy="34715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62A7918B-DE5F-6A73-C501-5C68674FC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93438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67B4760-565A-7004-A839-C40CB910D57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315223" y="2112889"/>
            <a:ext cx="2015230" cy="487329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F931C81-0567-AE16-286A-39C10E955C4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088275" y="2742796"/>
            <a:ext cx="3242178" cy="34715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85E1AED9-7348-C0D6-6C7B-0638EC7DD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92194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4A09979-2FEA-E14B-C57D-0410A93B78EC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9013979" y="2112889"/>
            <a:ext cx="2015230" cy="487329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5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E6FD5DD-6E47-858A-7DDA-58896BDEF30A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787031" y="2742796"/>
            <a:ext cx="3242178" cy="34715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014293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box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9B4C70A-448E-FF82-4DED-5DB3D9F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31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624616" y="1507106"/>
            <a:ext cx="2414724" cy="43710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E3B5C0-2252-2AC3-B6AC-A233A36FB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9692F48-AF82-1715-E4E9-63450836F65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624615" y="2036039"/>
            <a:ext cx="3884899" cy="148174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A527522C-9479-A5BB-F7DF-21C37A5DD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97667" y="3853219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5BCDF69-AF9E-5E53-483E-5696F0A8F47D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1619452" y="3840107"/>
            <a:ext cx="2015230" cy="43710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74B9978-6CEB-1E68-B830-BF5CAA37FFC2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1619451" y="4369040"/>
            <a:ext cx="3884899" cy="148174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D6A840D3-8BBB-BFD2-CE4A-39493B894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52854" y="1520218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F0A53D8-8D22-04B5-947F-DB36EDA52A50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7174639" y="1507106"/>
            <a:ext cx="2414724" cy="43710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12851B0-C3A3-C32F-EB4D-89500E517F5F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7174638" y="2036039"/>
            <a:ext cx="3884899" cy="148174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FA3CD4F3-14E7-2E0D-6548-DD18C8AEB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947690" y="3853219"/>
            <a:ext cx="1080000" cy="1080000"/>
          </a:xfrm>
          <a:solidFill>
            <a:schemeClr val="bg2"/>
          </a:solidFill>
        </p:spPr>
        <p:txBody>
          <a:bodyPr tIns="731520"/>
          <a:lstStyle>
            <a:lvl1pPr algn="ctr"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DB33C2C-770E-08AD-B471-2D8A7E02258C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7169475" y="3840107"/>
            <a:ext cx="2015230" cy="437108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solidFill>
                  <a:schemeClr val="accent1"/>
                </a:solidFill>
                <a:latin typeface="+mj-lt"/>
              </a:defRPr>
            </a:lvl1pPr>
            <a:lvl2pPr>
              <a:defRPr sz="1000" b="0">
                <a:solidFill>
                  <a:schemeClr val="accent1"/>
                </a:solidFill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9E17395C-D2EB-4798-56BF-71EB39D795DA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7169474" y="4369040"/>
            <a:ext cx="3884899" cy="148174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000" b="0">
                <a:latin typeface="+mj-lt"/>
              </a:defRPr>
            </a:lvl1pPr>
            <a:lvl2pPr>
              <a:defRPr sz="1000" b="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507123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_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9401E2-0EFA-96DF-8425-7291F355E20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01638" y="194844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ACCC0E-C26E-1C78-409B-A8BCA62C74C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241048" y="194844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BAEBEC96-AF62-8CE5-7B36-0F816681A92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080458" y="1948447"/>
            <a:ext cx="3238917" cy="2047291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411CC0-34B1-721C-48C1-951AB61EFA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77200" y="4513263"/>
            <a:ext cx="1285875" cy="14255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A09CFC-44F1-8A22-B3B7-445685852B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571038" y="5027613"/>
            <a:ext cx="2230437" cy="915987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B0A3FD0-79FF-A98F-5AEB-3E48BB5C0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0014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Only">
  <p:cSld name="1_Cover 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0"/>
          <p:cNvSpPr txBox="1">
            <a:spLocks noGrp="1"/>
          </p:cNvSpPr>
          <p:nvPr>
            <p:ph type="sldNum" idx="12"/>
          </p:nvPr>
        </p:nvSpPr>
        <p:spPr>
          <a:xfrm>
            <a:off x="9595104" y="6477000"/>
            <a:ext cx="2036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3" name="Google Shape;33;p160"/>
          <p:cNvSpPr txBox="1"/>
          <p:nvPr/>
        </p:nvSpPr>
        <p:spPr>
          <a:xfrm>
            <a:off x="573024" y="6477001"/>
            <a:ext cx="3454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GB" sz="9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PwC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60"/>
          <p:cNvSpPr txBox="1">
            <a:spLocks noGrp="1"/>
          </p:cNvSpPr>
          <p:nvPr>
            <p:ph type="title"/>
          </p:nvPr>
        </p:nvSpPr>
        <p:spPr>
          <a:xfrm>
            <a:off x="573024" y="683096"/>
            <a:ext cx="110580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Georgia"/>
              <a:buNone/>
              <a:defRPr sz="2400" b="0" i="0" u="none" strike="noStrike" cap="none">
                <a:solidFill>
                  <a:schemeClr val="accent4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301E"/>
              </a:buClr>
              <a:buSzPts val="1400"/>
              <a:buNone/>
              <a:defRPr sz="2400">
                <a:solidFill>
                  <a:srgbClr val="E0301E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60"/>
          <p:cNvSpPr txBox="1"/>
          <p:nvPr/>
        </p:nvSpPr>
        <p:spPr>
          <a:xfrm>
            <a:off x="5601400" y="6477000"/>
            <a:ext cx="989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GB"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922343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Content - Subtitle 1">
  <p:cSld name="One Column Content - Subtitle 1"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A793AA5-ECEB-19BC-1152-94E1FC7F64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18153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A793AA5-ECEB-19BC-1152-94E1FC7F64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7" name="Google Shape;967;p86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>
            <a:endParaRPr/>
          </a:p>
        </p:txBody>
      </p:sp>
      <p:sp>
        <p:nvSpPr>
          <p:cNvPr id="968" name="Google Shape;968;p86"/>
          <p:cNvSpPr txBox="1">
            <a:spLocks noGrp="1"/>
          </p:cNvSpPr>
          <p:nvPr>
            <p:ph type="sldNum" idx="12"/>
          </p:nvPr>
        </p:nvSpPr>
        <p:spPr>
          <a:xfrm>
            <a:off x="10869285" y="6391811"/>
            <a:ext cx="701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556401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1_Title and Content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83"/>
          <p:cNvSpPr txBox="1"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48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9" name="Google Shape;539;p483"/>
          <p:cNvSpPr txBox="1">
            <a:spLocks noGrp="1"/>
          </p:cNvSpPr>
          <p:nvPr>
            <p:ph type="sldNum" idx="12"/>
          </p:nvPr>
        </p:nvSpPr>
        <p:spPr>
          <a:xfrm>
            <a:off x="10869285" y="6391811"/>
            <a:ext cx="701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229412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ntent 1">
  <p:cSld name="Four Content 1"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2a35d086b18_4_1042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25560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5" name="Google Shape;905;g2a35d086b18_4_1042"/>
          <p:cNvSpPr txBox="1">
            <a:spLocks noGrp="1"/>
          </p:cNvSpPr>
          <p:nvPr>
            <p:ph type="body" idx="2"/>
          </p:nvPr>
        </p:nvSpPr>
        <p:spPr>
          <a:xfrm>
            <a:off x="3360613" y="2103439"/>
            <a:ext cx="25560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6" name="Google Shape;906;g2a35d086b18_4_1042"/>
          <p:cNvSpPr txBox="1">
            <a:spLocks noGrp="1"/>
          </p:cNvSpPr>
          <p:nvPr>
            <p:ph type="body" idx="3"/>
          </p:nvPr>
        </p:nvSpPr>
        <p:spPr>
          <a:xfrm>
            <a:off x="6275388" y="2103439"/>
            <a:ext cx="25560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7" name="Google Shape;907;g2a35d086b18_4_1042"/>
          <p:cNvSpPr txBox="1">
            <a:spLocks noGrp="1"/>
          </p:cNvSpPr>
          <p:nvPr>
            <p:ph type="body" idx="4"/>
          </p:nvPr>
        </p:nvSpPr>
        <p:spPr>
          <a:xfrm>
            <a:off x="9190163" y="2103439"/>
            <a:ext cx="25560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8" name="Google Shape;908;g2a35d086b18_4_1042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113061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>
            <a:endParaRPr/>
          </a:p>
        </p:txBody>
      </p:sp>
      <p:sp>
        <p:nvSpPr>
          <p:cNvPr id="909" name="Google Shape;909;g2a35d086b18_4_1042"/>
          <p:cNvSpPr txBox="1">
            <a:spLocks noGrp="1"/>
          </p:cNvSpPr>
          <p:nvPr>
            <p:ph type="sldNum" idx="12"/>
          </p:nvPr>
        </p:nvSpPr>
        <p:spPr>
          <a:xfrm>
            <a:off x="8218489" y="6492240"/>
            <a:ext cx="35307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623596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2">
  <p:cSld name="Title and Content 2"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2a35d086b18_4_1049"/>
          <p:cNvSpPr txBox="1">
            <a:spLocks noGrp="1"/>
          </p:cNvSpPr>
          <p:nvPr>
            <p:ph type="title"/>
          </p:nvPr>
        </p:nvSpPr>
        <p:spPr>
          <a:xfrm>
            <a:off x="3164649" y="2952759"/>
            <a:ext cx="73689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000" b="0" i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912" name="Google Shape;912;g2a35d086b18_4_1049"/>
          <p:cNvSpPr txBox="1">
            <a:spLocks noGrp="1"/>
          </p:cNvSpPr>
          <p:nvPr>
            <p:ph type="body" idx="1"/>
          </p:nvPr>
        </p:nvSpPr>
        <p:spPr>
          <a:xfrm>
            <a:off x="610112" y="1577340"/>
            <a:ext cx="109821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marL="914400" lvl="1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2pPr>
            <a:lvl3pPr marL="1371600" lvl="2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3pPr>
            <a:lvl4pPr marL="1828800" lvl="3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4pPr>
            <a:lvl5pPr marL="2286000" lvl="4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5pPr>
            <a:lvl6pPr marL="2743200" lvl="5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6pPr>
            <a:lvl7pPr marL="3200400" lvl="6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7pPr>
            <a:lvl8pPr marL="3657600" lvl="7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None/>
              <a:defRPr sz="1900"/>
            </a:lvl8pPr>
            <a:lvl9pPr marL="4114800" lvl="8" indent="-228600" algn="l" rtl="0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SzPts val="1600"/>
              <a:buNone/>
              <a:defRPr sz="1900"/>
            </a:lvl9pPr>
          </a:lstStyle>
          <a:p>
            <a:endParaRPr/>
          </a:p>
        </p:txBody>
      </p:sp>
      <p:sp>
        <p:nvSpPr>
          <p:cNvPr id="913" name="Google Shape;913;g2a35d086b18_4_1049"/>
          <p:cNvSpPr txBox="1"/>
          <p:nvPr/>
        </p:nvSpPr>
        <p:spPr>
          <a:xfrm>
            <a:off x="11228151" y="6453612"/>
            <a:ext cx="538500" cy="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-GB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627737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title subtitle Dark Yellow">
  <p:cSld name="5. title subtitle Dark Yellow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efeb94fefd_2_2171"/>
          <p:cNvSpPr/>
          <p:nvPr/>
        </p:nvSpPr>
        <p:spPr>
          <a:xfrm>
            <a:off x="438754" y="0"/>
            <a:ext cx="3503676" cy="201931"/>
          </a:xfrm>
          <a:custGeom>
            <a:avLst/>
            <a:gdLst/>
            <a:ahLst/>
            <a:cxnLst/>
            <a:rect l="l" t="t" r="r" b="b"/>
            <a:pathLst>
              <a:path w="2895600" h="228600" extrusionOk="0">
                <a:moveTo>
                  <a:pt x="0" y="228600"/>
                </a:moveTo>
                <a:lnTo>
                  <a:pt x="2895600" y="228600"/>
                </a:lnTo>
                <a:lnTo>
                  <a:pt x="2895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2efeb94fefd_2_2171"/>
          <p:cNvSpPr txBox="1">
            <a:spLocks noGrp="1"/>
          </p:cNvSpPr>
          <p:nvPr>
            <p:ph type="subTitle" idx="1"/>
          </p:nvPr>
        </p:nvSpPr>
        <p:spPr>
          <a:xfrm>
            <a:off x="442911" y="840841"/>
            <a:ext cx="11065200" cy="5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</a:lstStyle>
          <a:p>
            <a:pPr lvl="0">
              <a:buClr>
                <a:schemeClr val="dk1"/>
              </a:buClr>
              <a:buSzPts val="1700"/>
              <a:buNone/>
            </a:pPr>
            <a:endParaRPr/>
          </a:p>
        </p:txBody>
      </p:sp>
      <p:sp>
        <p:nvSpPr>
          <p:cNvPr id="118" name="Google Shape;118;g2efeb94fefd_2_2171"/>
          <p:cNvSpPr txBox="1">
            <a:spLocks noGrp="1"/>
          </p:cNvSpPr>
          <p:nvPr>
            <p:ph type="title"/>
          </p:nvPr>
        </p:nvSpPr>
        <p:spPr>
          <a:xfrm>
            <a:off x="442936" y="440767"/>
            <a:ext cx="11302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Georgia"/>
              <a:buNone/>
              <a:defRPr sz="2133" b="0" i="0" u="none" strike="noStrike" cap="none">
                <a:solidFill>
                  <a:schemeClr val="accent4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055853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title subtitle Dark Orange (2 lines Title)">
  <p:cSld name="5. title subtitle Dark Orange (2 lines Title)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206ca25f58_0_62"/>
          <p:cNvSpPr txBox="1">
            <a:spLocks noGrp="1"/>
          </p:cNvSpPr>
          <p:nvPr>
            <p:ph type="subTitle" idx="1"/>
          </p:nvPr>
        </p:nvSpPr>
        <p:spPr>
          <a:xfrm>
            <a:off x="442711" y="1216192"/>
            <a:ext cx="11065200" cy="5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</a:lstStyle>
          <a:p>
            <a:pPr lvl="0">
              <a:buClr>
                <a:schemeClr val="dk1"/>
              </a:buClr>
              <a:buSzPts val="1700"/>
              <a:buNone/>
            </a:pPr>
            <a:endParaRPr/>
          </a:p>
        </p:txBody>
      </p:sp>
      <p:sp>
        <p:nvSpPr>
          <p:cNvPr id="203" name="Google Shape;203;g2206ca25f58_0_62"/>
          <p:cNvSpPr txBox="1">
            <a:spLocks noGrp="1"/>
          </p:cNvSpPr>
          <p:nvPr>
            <p:ph type="title"/>
          </p:nvPr>
        </p:nvSpPr>
        <p:spPr>
          <a:xfrm>
            <a:off x="442936" y="440767"/>
            <a:ext cx="11302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Georgia"/>
              <a:buNone/>
              <a:defRPr sz="2133" b="0" i="0" u="none" strike="noStrike" cap="non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2133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g2206ca25f58_0_62"/>
          <p:cNvSpPr/>
          <p:nvPr/>
        </p:nvSpPr>
        <p:spPr>
          <a:xfrm>
            <a:off x="438754" y="0"/>
            <a:ext cx="3503676" cy="201931"/>
          </a:xfrm>
          <a:custGeom>
            <a:avLst/>
            <a:gdLst/>
            <a:ahLst/>
            <a:cxnLst/>
            <a:rect l="l" t="t" r="r" b="b"/>
            <a:pathLst>
              <a:path w="2895600" h="228600" extrusionOk="0">
                <a:moveTo>
                  <a:pt x="0" y="228600"/>
                </a:moveTo>
                <a:lnTo>
                  <a:pt x="2895600" y="228600"/>
                </a:lnTo>
                <a:lnTo>
                  <a:pt x="2895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555634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title subtitle Dark Yellow (2 lines Title)">
  <p:cSld name="5. title subtitle Dark Yellow (2 lines Title)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206ca25f58_0_78"/>
          <p:cNvSpPr txBox="1">
            <a:spLocks noGrp="1"/>
          </p:cNvSpPr>
          <p:nvPr>
            <p:ph type="subTitle" idx="1"/>
          </p:nvPr>
        </p:nvSpPr>
        <p:spPr>
          <a:xfrm>
            <a:off x="442711" y="1216192"/>
            <a:ext cx="11065200" cy="5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</a:lstStyle>
          <a:p>
            <a:pPr lvl="0">
              <a:buClr>
                <a:schemeClr val="dk1"/>
              </a:buClr>
              <a:buSzPts val="1700"/>
              <a:buNone/>
            </a:pPr>
            <a:endParaRPr/>
          </a:p>
        </p:txBody>
      </p:sp>
      <p:sp>
        <p:nvSpPr>
          <p:cNvPr id="220" name="Google Shape;220;g2206ca25f58_0_78"/>
          <p:cNvSpPr/>
          <p:nvPr/>
        </p:nvSpPr>
        <p:spPr>
          <a:xfrm>
            <a:off x="438754" y="0"/>
            <a:ext cx="3503676" cy="201931"/>
          </a:xfrm>
          <a:custGeom>
            <a:avLst/>
            <a:gdLst/>
            <a:ahLst/>
            <a:cxnLst/>
            <a:rect l="l" t="t" r="r" b="b"/>
            <a:pathLst>
              <a:path w="2895600" h="228600" extrusionOk="0">
                <a:moveTo>
                  <a:pt x="0" y="228600"/>
                </a:moveTo>
                <a:lnTo>
                  <a:pt x="2895600" y="228600"/>
                </a:lnTo>
                <a:lnTo>
                  <a:pt x="2895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2206ca25f58_0_78"/>
          <p:cNvSpPr txBox="1">
            <a:spLocks noGrp="1"/>
          </p:cNvSpPr>
          <p:nvPr>
            <p:ph type="title"/>
          </p:nvPr>
        </p:nvSpPr>
        <p:spPr>
          <a:xfrm>
            <a:off x="442700" y="429700"/>
            <a:ext cx="11302400" cy="7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Georgia"/>
              <a:buNone/>
              <a:defRPr sz="2133" b="0" i="0" u="none" strike="noStrike" cap="none">
                <a:solidFill>
                  <a:schemeClr val="accent4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None/>
              <a:defRPr sz="2133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199353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654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12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632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7149066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948723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696170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678669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6691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0827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293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596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23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19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8746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2393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2337"/>
            <a:ext cx="11399691" cy="4572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946276"/>
            <a:ext cx="6606383" cy="4000502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9977E-07C7-6A42-E691-FD4699CEC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638" y="885381"/>
            <a:ext cx="11399837" cy="685800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206628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slideLayout" Target="../slideLayouts/slideLayout80.xml"/><Relationship Id="rId81" Type="http://schemas.openxmlformats.org/officeDocument/2006/relationships/slideLayout" Target="../slideLayouts/slideLayout81.xml"/><Relationship Id="rId82" Type="http://schemas.openxmlformats.org/officeDocument/2006/relationships/theme" Target="../theme/theme1.xml"/><Relationship Id="rId83" Type="http://schemas.openxmlformats.org/officeDocument/2006/relationships/tags" Target="../tags/tag2.xml"/><Relationship Id="rId84" Type="http://schemas.openxmlformats.org/officeDocument/2006/relationships/oleObject" Target="../embeddings/oleObject1.bin"/><Relationship Id="rId8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slideLayout" Target="../slideLayouts/slideLayout83.xml"/><Relationship Id="rId3" Type="http://schemas.openxmlformats.org/officeDocument/2006/relationships/slideLayout" Target="../slideLayouts/slideLayout84.xml"/><Relationship Id="rId4" Type="http://schemas.openxmlformats.org/officeDocument/2006/relationships/slideLayout" Target="../slideLayouts/slideLayout85.xml"/><Relationship Id="rId5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7.xml"/><Relationship Id="rId7" Type="http://schemas.openxmlformats.org/officeDocument/2006/relationships/slideLayout" Target="../slideLayouts/slideLayout88.xml"/><Relationship Id="rId8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93.xml"/><Relationship Id="rId13" Type="http://schemas.openxmlformats.org/officeDocument/2006/relationships/slideLayout" Target="../slideLayouts/slideLayout94.xml"/><Relationship Id="rId14" Type="http://schemas.openxmlformats.org/officeDocument/2006/relationships/slideLayout" Target="../slideLayouts/slideLayout95.xml"/><Relationship Id="rId15" Type="http://schemas.openxmlformats.org/officeDocument/2006/relationships/slideLayout" Target="../slideLayouts/slideLayout96.xml"/><Relationship Id="rId16" Type="http://schemas.openxmlformats.org/officeDocument/2006/relationships/slideLayout" Target="../slideLayouts/slideLayout97.xml"/><Relationship Id="rId17" Type="http://schemas.openxmlformats.org/officeDocument/2006/relationships/theme" Target="../theme/theme2.xml"/><Relationship Id="rId18" Type="http://schemas.openxmlformats.org/officeDocument/2006/relationships/tags" Target="../tags/tag4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6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496554E-1502-F983-EA29-99A74C9266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3"/>
            </p:custDataLst>
            <p:extLst>
              <p:ext uri="{D42A27DB-BD31-4B8C-83A1-F6EECF244321}">
                <p14:modId xmlns:p14="http://schemas.microsoft.com/office/powerpoint/2010/main" val="1521791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4" imgW="395" imgH="396" progId="TCLayout.ActiveDocument.1">
                  <p:embed/>
                </p:oleObj>
              </mc:Choice>
              <mc:Fallback>
                <p:oleObj name="think-cell Slide" r:id="rId84" imgW="395" imgH="39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496554E-1502-F983-EA29-99A74C9266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68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6081463-6E8A-DBB2-BF8F-7EBE4B6B4617}"/>
              </a:ext>
            </a:extLst>
          </p:cNvPr>
          <p:cNvSpPr/>
          <p:nvPr userDrawn="1"/>
        </p:nvSpPr>
        <p:spPr>
          <a:xfrm>
            <a:off x="-519757" y="227765"/>
            <a:ext cx="360000" cy="3600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US" sz="800">
              <a:solidFill>
                <a:schemeClr val="tx1"/>
              </a:solidFill>
            </a:endParaRPr>
          </a:p>
          <a:p>
            <a:pPr algn="ctr"/>
            <a:r>
              <a:rPr lang="en-US" sz="800"/>
              <a:t>A&gt;18pt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9217D7B-E4E8-D2A3-61DA-03209B7A1E7D}"/>
              </a:ext>
            </a:extLst>
          </p:cNvPr>
          <p:cNvSpPr/>
          <p:nvPr userDrawn="1"/>
        </p:nvSpPr>
        <p:spPr>
          <a:xfrm>
            <a:off x="-508169" y="2396065"/>
            <a:ext cx="360000" cy="360000"/>
          </a:xfrm>
          <a:prstGeom prst="rect">
            <a:avLst/>
          </a:prstGeom>
          <a:solidFill>
            <a:srgbClr val="FE7C39"/>
          </a:solidFill>
          <a:ln>
            <a:solidFill>
              <a:srgbClr val="FE7C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/>
              <a:t>abc</a:t>
            </a:r>
            <a:endParaRPr lang="en-GB" sz="10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258D258-E2BC-2FCC-A725-B36C10CE8302}"/>
              </a:ext>
            </a:extLst>
          </p:cNvPr>
          <p:cNvSpPr/>
          <p:nvPr userDrawn="1"/>
        </p:nvSpPr>
        <p:spPr>
          <a:xfrm>
            <a:off x="-508169" y="2856529"/>
            <a:ext cx="360000" cy="360000"/>
          </a:xfrm>
          <a:prstGeom prst="rect">
            <a:avLst/>
          </a:prstGeom>
          <a:solidFill>
            <a:srgbClr val="FFAA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BB600C9-43B9-608E-6A2A-4C42F714BA57}"/>
              </a:ext>
            </a:extLst>
          </p:cNvPr>
          <p:cNvSpPr/>
          <p:nvPr userDrawn="1"/>
        </p:nvSpPr>
        <p:spPr>
          <a:xfrm>
            <a:off x="-508169" y="3316993"/>
            <a:ext cx="360000" cy="360000"/>
          </a:xfrm>
          <a:prstGeom prst="rect">
            <a:avLst/>
          </a:prstGeom>
          <a:solidFill>
            <a:srgbClr val="FFCD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6E2F10C-D3EC-781C-7298-9C186774C838}"/>
              </a:ext>
            </a:extLst>
          </p:cNvPr>
          <p:cNvSpPr/>
          <p:nvPr userDrawn="1"/>
        </p:nvSpPr>
        <p:spPr>
          <a:xfrm>
            <a:off x="-508169" y="3777457"/>
            <a:ext cx="360000" cy="360000"/>
          </a:xfrm>
          <a:prstGeom prst="rect">
            <a:avLst/>
          </a:prstGeom>
          <a:solidFill>
            <a:srgbClr val="FFE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56D1183-77AC-1453-18E3-E5396DFB07EA}"/>
              </a:ext>
            </a:extLst>
          </p:cNvPr>
          <p:cNvSpPr/>
          <p:nvPr userDrawn="1"/>
        </p:nvSpPr>
        <p:spPr>
          <a:xfrm>
            <a:off x="-508169" y="4237921"/>
            <a:ext cx="360000" cy="360000"/>
          </a:xfrm>
          <a:prstGeom prst="rect">
            <a:avLst/>
          </a:prstGeom>
          <a:solidFill>
            <a:srgbClr val="A1A8B3"/>
          </a:solidFill>
          <a:ln>
            <a:solidFill>
              <a:srgbClr val="A1A8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6B74CF2-CF5B-7105-71F4-1A73A8B2C23F}"/>
              </a:ext>
            </a:extLst>
          </p:cNvPr>
          <p:cNvSpPr/>
          <p:nvPr userDrawn="1"/>
        </p:nvSpPr>
        <p:spPr>
          <a:xfrm>
            <a:off x="-508169" y="4698385"/>
            <a:ext cx="360000" cy="360000"/>
          </a:xfrm>
          <a:prstGeom prst="rect">
            <a:avLst/>
          </a:prstGeom>
          <a:solidFill>
            <a:srgbClr val="B5BC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E4629C5-0378-EB8B-C76E-6865ACE65FED}"/>
              </a:ext>
            </a:extLst>
          </p:cNvPr>
          <p:cNvSpPr/>
          <p:nvPr userDrawn="1"/>
        </p:nvSpPr>
        <p:spPr>
          <a:xfrm>
            <a:off x="-508169" y="5158849"/>
            <a:ext cx="360000" cy="360000"/>
          </a:xfrm>
          <a:prstGeom prst="rect">
            <a:avLst/>
          </a:prstGeom>
          <a:solidFill>
            <a:srgbClr val="CBD1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36FA166-01D7-0CCD-0F7B-67662A2118C9}"/>
              </a:ext>
            </a:extLst>
          </p:cNvPr>
          <p:cNvSpPr/>
          <p:nvPr userDrawn="1"/>
        </p:nvSpPr>
        <p:spPr>
          <a:xfrm>
            <a:off x="-508169" y="5619313"/>
            <a:ext cx="360000" cy="360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512C43F-9AC1-BD82-A624-C05775D41AD9}"/>
              </a:ext>
            </a:extLst>
          </p:cNvPr>
          <p:cNvSpPr/>
          <p:nvPr userDrawn="1"/>
        </p:nvSpPr>
        <p:spPr>
          <a:xfrm>
            <a:off x="-508169" y="6079777"/>
            <a:ext cx="360000" cy="360000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335CE7D-CF4D-BB4B-C76C-FECFC306DC3B}"/>
              </a:ext>
            </a:extLst>
          </p:cNvPr>
          <p:cNvSpPr txBox="1"/>
          <p:nvPr userDrawn="1"/>
        </p:nvSpPr>
        <p:spPr>
          <a:xfrm rot="16200000">
            <a:off x="-1697125" y="4018056"/>
            <a:ext cx="2245935" cy="28288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en-US" sz="900" b="1" i="0">
                <a:solidFill>
                  <a:srgbClr val="4A4A4A"/>
                </a:solidFill>
                <a:effectLst/>
                <a:latin typeface="+mn-lt"/>
              </a:rPr>
              <a:t>Data visualizations only </a:t>
            </a:r>
            <a:endParaRPr lang="en-GB" sz="900" b="1">
              <a:latin typeface="+mn-lt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3E4F8F0-77EC-91B7-777F-ECC25507B4D4}"/>
              </a:ext>
            </a:extLst>
          </p:cNvPr>
          <p:cNvSpPr/>
          <p:nvPr userDrawn="1"/>
        </p:nvSpPr>
        <p:spPr>
          <a:xfrm>
            <a:off x="-519659" y="688229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bg1"/>
                </a:solidFill>
              </a:rPr>
              <a:t>abc</a:t>
            </a:r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186A711-45F3-4A03-0B28-E0E11173DC97}"/>
              </a:ext>
            </a:extLst>
          </p:cNvPr>
          <p:cNvSpPr/>
          <p:nvPr userDrawn="1"/>
        </p:nvSpPr>
        <p:spPr>
          <a:xfrm>
            <a:off x="-519757" y="1155255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err="1">
                <a:solidFill>
                  <a:schemeClr val="tx1"/>
                </a:solidFill>
              </a:rPr>
              <a:t>abc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597E87-83F0-D292-A44A-EE073613786A}"/>
              </a:ext>
            </a:extLst>
          </p:cNvPr>
          <p:cNvSpPr/>
          <p:nvPr userDrawn="1"/>
        </p:nvSpPr>
        <p:spPr>
          <a:xfrm>
            <a:off x="-570227" y="2331142"/>
            <a:ext cx="485386" cy="4201635"/>
          </a:xfrm>
          <a:prstGeom prst="rect">
            <a:avLst/>
          </a:prstGeom>
          <a:noFill/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058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683" r:id="rId3"/>
    <p:sldLayoutId id="2147483743" r:id="rId4"/>
    <p:sldLayoutId id="2147483744" r:id="rId5"/>
    <p:sldLayoutId id="2147483745" r:id="rId6"/>
    <p:sldLayoutId id="2147483746" r:id="rId7"/>
    <p:sldLayoutId id="2147483651" r:id="rId8"/>
    <p:sldLayoutId id="2147483659" r:id="rId9"/>
    <p:sldLayoutId id="2147483660" r:id="rId10"/>
    <p:sldLayoutId id="2147483733" r:id="rId11"/>
    <p:sldLayoutId id="2147483738" r:id="rId12"/>
    <p:sldLayoutId id="2147483739" r:id="rId13"/>
    <p:sldLayoutId id="2147483741" r:id="rId14"/>
    <p:sldLayoutId id="2147483740" r:id="rId15"/>
    <p:sldLayoutId id="2147483696" r:id="rId16"/>
    <p:sldLayoutId id="2147483697" r:id="rId17"/>
    <p:sldLayoutId id="2147483723" r:id="rId18"/>
    <p:sldLayoutId id="2147483724" r:id="rId19"/>
    <p:sldLayoutId id="2147483702" r:id="rId20"/>
    <p:sldLayoutId id="2147483684" r:id="rId21"/>
    <p:sldLayoutId id="2147483703" r:id="rId22"/>
    <p:sldLayoutId id="2147483704" r:id="rId23"/>
    <p:sldLayoutId id="2147483705" r:id="rId24"/>
    <p:sldLayoutId id="2147483685" r:id="rId25"/>
    <p:sldLayoutId id="2147483706" r:id="rId26"/>
    <p:sldLayoutId id="2147483719" r:id="rId27"/>
    <p:sldLayoutId id="2147483717" r:id="rId28"/>
    <p:sldLayoutId id="2147483718" r:id="rId29"/>
    <p:sldLayoutId id="2147483707" r:id="rId30"/>
    <p:sldLayoutId id="2147483708" r:id="rId31"/>
    <p:sldLayoutId id="2147483709" r:id="rId32"/>
    <p:sldLayoutId id="2147483686" r:id="rId33"/>
    <p:sldLayoutId id="2147483722" r:id="rId34"/>
    <p:sldLayoutId id="2147483721" r:id="rId35"/>
    <p:sldLayoutId id="2147483714" r:id="rId36"/>
    <p:sldLayoutId id="2147483710" r:id="rId37"/>
    <p:sldLayoutId id="2147483711" r:id="rId38"/>
    <p:sldLayoutId id="2147483687" r:id="rId39"/>
    <p:sldLayoutId id="2147483713" r:id="rId40"/>
    <p:sldLayoutId id="2147483662" r:id="rId41"/>
    <p:sldLayoutId id="2147483699" r:id="rId42"/>
    <p:sldLayoutId id="2147483663" r:id="rId43"/>
    <p:sldLayoutId id="2147483689" r:id="rId44"/>
    <p:sldLayoutId id="2147483664" r:id="rId45"/>
    <p:sldLayoutId id="2147483690" r:id="rId46"/>
    <p:sldLayoutId id="2147483691" r:id="rId47"/>
    <p:sldLayoutId id="2147483692" r:id="rId48"/>
    <p:sldLayoutId id="2147483671" r:id="rId49"/>
    <p:sldLayoutId id="2147483700" r:id="rId50"/>
    <p:sldLayoutId id="2147483701" r:id="rId51"/>
    <p:sldLayoutId id="2147483693" r:id="rId52"/>
    <p:sldLayoutId id="2147483694" r:id="rId53"/>
    <p:sldLayoutId id="2147483673" r:id="rId54"/>
    <p:sldLayoutId id="2147483676" r:id="rId55"/>
    <p:sldLayoutId id="2147483715" r:id="rId56"/>
    <p:sldLayoutId id="2147483716" r:id="rId57"/>
    <p:sldLayoutId id="2147483678" r:id="rId58"/>
    <p:sldLayoutId id="2147483679" r:id="rId59"/>
    <p:sldLayoutId id="2147483680" r:id="rId60"/>
    <p:sldLayoutId id="2147483666" r:id="rId61"/>
    <p:sldLayoutId id="2147483720" r:id="rId62"/>
    <p:sldLayoutId id="2147483654" r:id="rId63"/>
    <p:sldLayoutId id="2147483655" r:id="rId64"/>
    <p:sldLayoutId id="2147483681" r:id="rId65"/>
    <p:sldLayoutId id="2147483725" r:id="rId66"/>
    <p:sldLayoutId id="2147483726" r:id="rId67"/>
    <p:sldLayoutId id="2147483727" r:id="rId68"/>
    <p:sldLayoutId id="2147483742" r:id="rId69"/>
    <p:sldLayoutId id="2147484040" r:id="rId70"/>
    <p:sldLayoutId id="2147484038" r:id="rId71"/>
    <p:sldLayoutId id="2147484039" r:id="rId72"/>
    <p:sldLayoutId id="2147484035" r:id="rId73"/>
    <p:sldLayoutId id="2147484036" r:id="rId74"/>
    <p:sldLayoutId id="2147484288" r:id="rId75"/>
    <p:sldLayoutId id="2147484333" r:id="rId76"/>
    <p:sldLayoutId id="2147484562" r:id="rId77"/>
    <p:sldLayoutId id="2147484563" r:id="rId78"/>
    <p:sldLayoutId id="2147484564" r:id="rId79"/>
    <p:sldLayoutId id="2147484641" r:id="rId80"/>
    <p:sldLayoutId id="2147484740" r:id="rId8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 userDrawn="1">
          <p15:clr>
            <a:srgbClr val="F26B43"/>
          </p15:clr>
        </p15:guide>
        <p15:guide id="3" pos="252" userDrawn="1">
          <p15:clr>
            <a:srgbClr val="F26B43"/>
          </p15:clr>
        </p15:guide>
        <p15:guide id="4" pos="7434" userDrawn="1">
          <p15:clr>
            <a:srgbClr val="F26B43"/>
          </p15:clr>
        </p15:guide>
        <p15:guide id="11" orient="horz" pos="4065" userDrawn="1">
          <p15:clr>
            <a:srgbClr val="F26B43"/>
          </p15:clr>
        </p15:guide>
        <p15:guide id="12" pos="786" userDrawn="1">
          <p15:clr>
            <a:srgbClr val="F26B43"/>
          </p15:clr>
        </p15:guide>
        <p15:guide id="13" pos="858" userDrawn="1">
          <p15:clr>
            <a:srgbClr val="F26B43"/>
          </p15:clr>
        </p15:guide>
        <p15:guide id="14" pos="1391" userDrawn="1">
          <p15:clr>
            <a:srgbClr val="F26B43"/>
          </p15:clr>
        </p15:guide>
        <p15:guide id="15" pos="1461" userDrawn="1">
          <p15:clr>
            <a:srgbClr val="F26B43"/>
          </p15:clr>
        </p15:guide>
        <p15:guide id="16" pos="1994" userDrawn="1">
          <p15:clr>
            <a:srgbClr val="F26B43"/>
          </p15:clr>
        </p15:guide>
        <p15:guide id="17" pos="2067" userDrawn="1">
          <p15:clr>
            <a:srgbClr val="F26B43"/>
          </p15:clr>
        </p15:guide>
        <p15:guide id="18" pos="2600" userDrawn="1">
          <p15:clr>
            <a:srgbClr val="F26B43"/>
          </p15:clr>
        </p15:guide>
        <p15:guide id="19" pos="2670" userDrawn="1">
          <p15:clr>
            <a:srgbClr val="F26B43"/>
          </p15:clr>
        </p15:guide>
        <p15:guide id="20" pos="3204" userDrawn="1">
          <p15:clr>
            <a:srgbClr val="F26B43"/>
          </p15:clr>
        </p15:guide>
        <p15:guide id="21" pos="3275" userDrawn="1">
          <p15:clr>
            <a:srgbClr val="F26B43"/>
          </p15:clr>
        </p15:guide>
        <p15:guide id="22" pos="3807" userDrawn="1">
          <p15:clr>
            <a:srgbClr val="F26B43"/>
          </p15:clr>
        </p15:guide>
        <p15:guide id="23" pos="3879" userDrawn="1">
          <p15:clr>
            <a:srgbClr val="F26B43"/>
          </p15:clr>
        </p15:guide>
        <p15:guide id="24" pos="4412" userDrawn="1">
          <p15:clr>
            <a:srgbClr val="F26B43"/>
          </p15:clr>
        </p15:guide>
        <p15:guide id="25" pos="5016" userDrawn="1">
          <p15:clr>
            <a:srgbClr val="F26B43"/>
          </p15:clr>
        </p15:guide>
        <p15:guide id="26" pos="4484" userDrawn="1">
          <p15:clr>
            <a:srgbClr val="F26B43"/>
          </p15:clr>
        </p15:guide>
        <p15:guide id="27" pos="5088" userDrawn="1">
          <p15:clr>
            <a:srgbClr val="F26B43"/>
          </p15:clr>
        </p15:guide>
        <p15:guide id="28" pos="5621" userDrawn="1">
          <p15:clr>
            <a:srgbClr val="F26B43"/>
          </p15:clr>
        </p15:guide>
        <p15:guide id="29" pos="5693" userDrawn="1">
          <p15:clr>
            <a:srgbClr val="F26B43"/>
          </p15:clr>
        </p15:guide>
        <p15:guide id="30" pos="6224" userDrawn="1">
          <p15:clr>
            <a:srgbClr val="F26B43"/>
          </p15:clr>
        </p15:guide>
        <p15:guide id="31" pos="6297" userDrawn="1">
          <p15:clr>
            <a:srgbClr val="F26B43"/>
          </p15:clr>
        </p15:guide>
        <p15:guide id="32" pos="6828" userDrawn="1">
          <p15:clr>
            <a:srgbClr val="F26B43"/>
          </p15:clr>
        </p15:guide>
        <p15:guide id="33" pos="6900" userDrawn="1">
          <p15:clr>
            <a:srgbClr val="F26B43"/>
          </p15:clr>
        </p15:guide>
        <p15:guide id="34" orient="horz" pos="506" userDrawn="1">
          <p15:clr>
            <a:srgbClr val="F26B43"/>
          </p15:clr>
        </p15:guide>
        <p15:guide id="35" orient="horz" pos="578" userDrawn="1">
          <p15:clr>
            <a:srgbClr val="F26B43"/>
          </p15:clr>
        </p15:guide>
        <p15:guide id="36" orient="horz" pos="830" userDrawn="1">
          <p15:clr>
            <a:srgbClr val="F26B43"/>
          </p15:clr>
        </p15:guide>
        <p15:guide id="37" orient="horz" pos="900" userDrawn="1">
          <p15:clr>
            <a:srgbClr val="F26B43"/>
          </p15:clr>
        </p15:guide>
        <p15:guide id="38" orient="horz" pos="1152" userDrawn="1">
          <p15:clr>
            <a:srgbClr val="F26B43"/>
          </p15:clr>
        </p15:guide>
        <p15:guide id="39" orient="horz" pos="1226" userDrawn="1">
          <p15:clr>
            <a:srgbClr val="F26B43"/>
          </p15:clr>
        </p15:guide>
        <p15:guide id="40" orient="horz" pos="1476" userDrawn="1">
          <p15:clr>
            <a:srgbClr val="F26B43"/>
          </p15:clr>
        </p15:guide>
        <p15:guide id="41" orient="horz" pos="1800" userDrawn="1">
          <p15:clr>
            <a:srgbClr val="F26B43"/>
          </p15:clr>
        </p15:guide>
        <p15:guide id="42" orient="horz" pos="1872" userDrawn="1">
          <p15:clr>
            <a:srgbClr val="F26B43"/>
          </p15:clr>
        </p15:guide>
        <p15:guide id="43" orient="horz" pos="2123" userDrawn="1">
          <p15:clr>
            <a:srgbClr val="F26B43"/>
          </p15:clr>
        </p15:guide>
        <p15:guide id="44" orient="horz" pos="2195" userDrawn="1">
          <p15:clr>
            <a:srgbClr val="F26B43"/>
          </p15:clr>
        </p15:guide>
        <p15:guide id="45" orient="horz" pos="2447" userDrawn="1">
          <p15:clr>
            <a:srgbClr val="F26B43"/>
          </p15:clr>
        </p15:guide>
        <p15:guide id="46" orient="horz" pos="2519" userDrawn="1">
          <p15:clr>
            <a:srgbClr val="F26B43"/>
          </p15:clr>
        </p15:guide>
        <p15:guide id="47" orient="horz" pos="2771" userDrawn="1">
          <p15:clr>
            <a:srgbClr val="F26B43"/>
          </p15:clr>
        </p15:guide>
        <p15:guide id="48" orient="horz" pos="2843" userDrawn="1">
          <p15:clr>
            <a:srgbClr val="F26B43"/>
          </p15:clr>
        </p15:guide>
        <p15:guide id="49" orient="horz" pos="3095" userDrawn="1">
          <p15:clr>
            <a:srgbClr val="F26B43"/>
          </p15:clr>
        </p15:guide>
        <p15:guide id="50" orient="horz" pos="3167" userDrawn="1">
          <p15:clr>
            <a:srgbClr val="F26B43"/>
          </p15:clr>
        </p15:guide>
        <p15:guide id="51" orient="horz" pos="3417" userDrawn="1">
          <p15:clr>
            <a:srgbClr val="F26B43"/>
          </p15:clr>
        </p15:guide>
        <p15:guide id="52" orient="horz" pos="3489" userDrawn="1">
          <p15:clr>
            <a:srgbClr val="F26B43"/>
          </p15:clr>
        </p15:guide>
        <p15:guide id="53" orient="horz" pos="3741" userDrawn="1">
          <p15:clr>
            <a:srgbClr val="F26B43"/>
          </p15:clr>
        </p15:guide>
        <p15:guide id="54" orient="horz" pos="3813" userDrawn="1">
          <p15:clr>
            <a:srgbClr val="F26B43"/>
          </p15:clr>
        </p15:guide>
        <p15:guide id="55" orient="horz" pos="154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8DDD894-604F-04AB-869E-161064A199A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98888457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7772400" imgH="10058400" progId="TCLayout.ActiveDocument.1">
                  <p:embed/>
                </p:oleObj>
              </mc:Choice>
              <mc:Fallback>
                <p:oleObj name="think-cell Slide" r:id="rId19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DDD894-604F-04AB-869E-161064A199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336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Technical Proposal | Customer self-service portal   -   Private &amp; Confidential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92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5" r:id="rId1"/>
    <p:sldLayoutId id="2147484336" r:id="rId2"/>
    <p:sldLayoutId id="2147484337" r:id="rId3"/>
    <p:sldLayoutId id="2147484338" r:id="rId4"/>
    <p:sldLayoutId id="2147484339" r:id="rId5"/>
    <p:sldLayoutId id="2147484340" r:id="rId6"/>
    <p:sldLayoutId id="2147484341" r:id="rId7"/>
    <p:sldLayoutId id="2147484342" r:id="rId8"/>
    <p:sldLayoutId id="2147484343" r:id="rId9"/>
    <p:sldLayoutId id="2147484344" r:id="rId10"/>
    <p:sldLayoutId id="2147484345" r:id="rId11"/>
    <p:sldLayoutId id="2147484346" r:id="rId12"/>
    <p:sldLayoutId id="2147484347" r:id="rId13"/>
    <p:sldLayoutId id="2147484348" r:id="rId14"/>
    <p:sldLayoutId id="2147484349" r:id="rId15"/>
    <p:sldLayoutId id="214748435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Ηθική και Τεχνητή Νοημοσύνη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Ποιοι είναι οι πραγματικοί κίνδυνοι, τα όρια της τεχνολογίας, η προστασία των δεδομένων και ο ρόλος του ανθρώπου στην εποχή των αλγορίθμων.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Οι Πραγματικοί Κίνδυνοι της Τεχνητής Νοημοσύνης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Προκαταλήψεις (Bias) στους Αλγορίθμους: Διαιώνιση και ενίσχυση κοινωνικών ανισοτήτων.</a:t>
            </a:r>
          </a:p>
          <a:p>
            <a:r>
              <a:t>• Αυτοματοποίηση και Απώλεια Θέσεων Εργασίας: Κοινωνικοοικονομικές επιπτώσεις.</a:t>
            </a:r>
          </a:p>
          <a:p>
            <a:r>
              <a:t>• Ελλιπής Διαφάνεια και Επεξηγησιμότητα: Η λειτουργία των "μαύρων κουτιών" αποφάσεων.</a:t>
            </a:r>
          </a:p>
          <a:p>
            <a:r>
              <a:t>• Χρήση για κακόβουλους σκοπούς: Αυτόνομα όπλα, μαζική παρακολούθηση και χειραγώγηση.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Τα Όρια της Τεχνολογίας και η Προστασία των Δεδομένων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Τεχνικά Όρια: Έλλειψη κοινής λογικής, κατανόησης του πλαισίου και συναισθηματικής νοημοσύνης.</a:t>
            </a:r>
          </a:p>
          <a:p>
            <a:r>
              <a:t>• Προστασία Δεδομένων: Νομικά πλαίσια όπως ο GDPR και η σημασία της ιδιωτικότητας.</a:t>
            </a:r>
          </a:p>
          <a:p>
            <a:r>
              <a:t>• Ιδιωτικότητα και Συγκατάθεση: Ο έλεγχος των προσωπικών δεδομένων από τους χρήστες.</a:t>
            </a:r>
          </a:p>
          <a:p>
            <a:r>
              <a:t>• Κυβερνοασφάλεια: Η ανάγκη προστασίας από παραβιάσεις και κακόβουλες επιθέσεις στην ΤΝ.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Stephen Hawking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Η ανάπτυξη της πλήρους Τεχνητής Νοημοσύνης θα μπορούσε να σημάνει το τέλος της ανθρώπινης φυλής.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Ο Ρόλος του Ανθρώπου στην Εποχή των Αλγορίθμων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Επίβλεψη και Εποπτεία: Ανθρώπινη παρέμβαση σε κρίσιμες αποφάσεις και συστήματα ΤΝ.</a:t>
            </a:r>
          </a:p>
          <a:p>
            <a:r>
              <a:t>• Ανάπτυξη Ηθικών Πλαισίων: Θέσπιση κανόνων και αρχών για την υπεύθυνη ανάπτυξη και χρήση της ΤΝ.</a:t>
            </a:r>
          </a:p>
          <a:p>
            <a:r>
              <a:t>• Εκπαίδευση και Επανειδίκευση: Προσαρμογή του εργατικού δυναμικού στις νέες απαιτήσεις.</a:t>
            </a:r>
          </a:p>
          <a:p>
            <a:r>
              <a:t>• Κριτική Σκέψη και Ηθική Κρίση: Διατήρηση της ανθρώπινης υπεροχής στην αξιολόγηση, τη δημιουργία και την επίλυση προβλημάτων.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STSLIDEVIEWED" val="264,4,Understanding your need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0B296F49-9839-BE48-A6B0-07FAE54AD4FB}" vid="{251455FA-3AFB-1547-9744-D9A806732972}"/>
    </a:ext>
  </a:extLst>
</a:theme>
</file>

<file path=ppt/theme/theme2.xml><?xml version="1.0" encoding="utf-8"?>
<a:theme xmlns:a="http://schemas.openxmlformats.org/drawingml/2006/main" name="4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4CEFDDFA-E6F6-E148-85E7-7FD761DA9A39}" vid="{4235F95A-BDD2-F14F-A7C1-37149C6A0C9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4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02454D1-E47C-8143-BD11-D1CE754A9956}">
  <we:reference id="2cb3dfe7-199f-46bf-bb56-17a7fca0f469" version="14.1.0.1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E6CFCEE-E36B-4906-8A7E-6FC6355CFC31}">
  <we:reference id="6bb0fabe-aef4-4e3d-874a-99b48edaaa91" version="1.0.0.1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E6F5D2DA74FC4B82907BEE0472EE32" ma:contentTypeVersion="17" ma:contentTypeDescription="Create a new document." ma:contentTypeScope="" ma:versionID="39f3fb30a1a4f444379f192aa23a978d">
  <xsd:schema xmlns:xsd="http://www.w3.org/2001/XMLSchema" xmlns:xs="http://www.w3.org/2001/XMLSchema" xmlns:p="http://schemas.microsoft.com/office/2006/metadata/properties" xmlns:ns2="1235bcee-5df9-45d6-993b-86064303bbc5" xmlns:ns3="b9c8a492-a777-4c61-a65f-85ecc5b5ecae" targetNamespace="http://schemas.microsoft.com/office/2006/metadata/properties" ma:root="true" ma:fieldsID="45c0b2d7c91b58f15202a9ac8183015a" ns2:_="" ns3:_="">
    <xsd:import namespace="1235bcee-5df9-45d6-993b-86064303bbc5"/>
    <xsd:import namespace="b9c8a492-a777-4c61-a65f-85ecc5b5ec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  <xsd:element ref="ns2:MediaServiceBillingMetadata" minOccurs="0"/>
                <xsd:element ref="ns2:Document_x0020_URL" minOccurs="0"/>
                <xsd:element ref="ns2:URL" minOccurs="0"/>
                <xsd:element ref="ns2:YRL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35bcee-5df9-45d6-993b-86064303bb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  <xsd:element name="Document_x0020_URL" ma:index="22" nillable="true" ma:displayName="Document URL" ma:format="Hyperlink" ma:internalName="Document_x0020_URL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URL" ma:index="23" nillable="true" ma:displayName="URL" ma:format="Dropdown" ma:internalName="URL">
      <xsd:simpleType>
        <xsd:restriction base="dms:Note">
          <xsd:maxLength value="255"/>
        </xsd:restriction>
      </xsd:simpleType>
    </xsd:element>
    <xsd:element name="YRLLink" ma:index="24" nillable="true" ma:displayName="YRL Link" ma:description="https://pwceur.sharepoint.com/:w:/r/teams/GR-INT-CNST-Analytics-AI-Hub/Shared%20Documents/Business-Development-Ideas/PoC%20%26%20Mockups/PoCs/HR%20bot/sample%20documents/Legal/Legal_Policies.docx?d=w13fb320c91cc464d83f1ff4d56414ef1&amp;csf=1&amp;web=1&amp;e=AegiIg" ma:format="Hyperlink" ma:internalName="YRL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c8a492-a777-4c61-a65f-85ecc5b5eca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8ea2556-3853-4ab0-ab8c-36cb72558dfc}" ma:internalName="TaxCatchAll" ma:showField="CatchAllData" ma:web="b9c8a492-a777-4c61-a65f-85ecc5b5ec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235bcee-5df9-45d6-993b-86064303bbc5">
      <Terms xmlns="http://schemas.microsoft.com/office/infopath/2007/PartnerControls"/>
    </lcf76f155ced4ddcb4097134ff3c332f>
    <TaxCatchAll xmlns="b9c8a492-a777-4c61-a65f-85ecc5b5ecae" xsi:nil="true"/>
    <Document_x0020_URL xmlns="1235bcee-5df9-45d6-993b-86064303bbc5">
      <Url xsi:nil="true"/>
      <Description xsi:nil="true"/>
    </Document_x0020_URL>
    <URL xmlns="1235bcee-5df9-45d6-993b-86064303bbc5" xsi:nil="true"/>
    <YRLLink xmlns="1235bcee-5df9-45d6-993b-86064303bbc5">
      <Url xsi:nil="true"/>
      <Description xsi:nil="true"/>
    </YRLLink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2D50B1-9DAB-4AEB-9E70-5B0F3AC2C4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35bcee-5df9-45d6-993b-86064303bbc5"/>
    <ds:schemaRef ds:uri="b9c8a492-a777-4c61-a65f-85ecc5b5ec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A758F2C-2961-4F3E-AF6C-A7AAF8C806B2}">
  <ds:schemaRefs>
    <ds:schemaRef ds:uri="8039a763-6f4e-4464-a463-670fbe21af0c"/>
    <ds:schemaRef ds:uri="cc397eee-57f5-47b5-b6a4-c0f43ace0fb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1235bcee-5df9-45d6-993b-86064303bbc5"/>
    <ds:schemaRef ds:uri="b9c8a492-a777-4c61-a65f-85ecc5b5ecae"/>
  </ds:schemaRefs>
</ds:datastoreItem>
</file>

<file path=customXml/itemProps3.xml><?xml version="1.0" encoding="utf-8"?>
<ds:datastoreItem xmlns:ds="http://schemas.openxmlformats.org/officeDocument/2006/customXml" ds:itemID="{0C265105-FE1D-453C-BB54-B143C57411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PwC_ppt_template</Template>
  <TotalTime>321</TotalTime>
  <Words>34</Words>
  <Application>Microsoft Office PowerPoint</Application>
  <PresentationFormat>Widescreen</PresentationFormat>
  <Paragraphs>24</Paragraphs>
  <Slides>7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Georgia</vt:lpstr>
      <vt:lpstr>Helvetica Neue</vt:lpstr>
      <vt:lpstr>Times New Roman</vt:lpstr>
      <vt:lpstr>Wingdings</vt:lpstr>
      <vt:lpstr>PwC Slide Master</vt:lpstr>
      <vt:lpstr>4_PwC Slide Master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Instructions – Quick Guide</dc:title>
  <dc:creator>Vasiliki Vougioukli (GR)</dc:creator>
  <cp:lastModifiedBy>Eleni Gkougkouli (GR)</cp:lastModifiedBy>
  <cp:revision>123</cp:revision>
  <dcterms:created xsi:type="dcterms:W3CDTF">2025-05-07T11:44:57Z</dcterms:created>
  <dcterms:modified xsi:type="dcterms:W3CDTF">2026-03-14T20:48:10Z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0x010100C5E6F5D2DA74FC4B82907BEE0472EE32</vt:lpwstr>
  </property>
  <property fmtid="{D5CDD505-2E9C-101B-9397-08002B2CF9AE}" pid="3" name="MediaServiceImageTags">
    <vt:lpwstr/>
  </property>
  <property fmtid="{D5CDD505-2E9C-101B-9397-08002B2CF9AE}" pid="4" name="MSIP_Label_2e1840fb-8939-4796-95d0-bc833736564d_Name">
    <vt:lpwstr>Confidential - Open Access</vt:lpwstr>
  </property>
  <property fmtid="{D5CDD505-2E9C-101B-9397-08002B2CF9AE}" pid="5" name="MSIP_Label_2e1840fb-8939-4796-95d0-bc833736564d_Tag">
    <vt:lpwstr>10, 3, 0, 2</vt:lpwstr>
  </property>
  <property fmtid="{D5CDD505-2E9C-101B-9397-08002B2CF9AE}" pid="6" name="MSIP_Label_2e1840fb-8939-4796-95d0-bc833736564d_SiteId">
    <vt:lpwstr>513294a0-3e20-41b2-a970-6d30bf1546fa</vt:lpwstr>
  </property>
  <property fmtid="{D5CDD505-2E9C-101B-9397-08002B2CF9AE}" pid="7" name="MSIP_Label_2e1840fb-8939-4796-95d0-bc833736564d_ContentBits">
    <vt:lpwstr>0</vt:lpwstr>
  </property>
  <property fmtid="{D5CDD505-2E9C-101B-9397-08002B2CF9AE}" pid="8" name="MSIP_Label_2e1840fb-8939-4796-95d0-bc833736564d_Method">
    <vt:lpwstr>Standard</vt:lpwstr>
  </property>
  <property fmtid="{D5CDD505-2E9C-101B-9397-08002B2CF9AE}" pid="9" name="MSIP_Label_2e1840fb-8939-4796-95d0-bc833736564d_ActionId">
    <vt:lpwstr>7176f1a6-3200-4886-b5a6-9b5b6c8ace40</vt:lpwstr>
  </property>
  <property fmtid="{D5CDD505-2E9C-101B-9397-08002B2CF9AE}" pid="10" name="MSIP_Label_2e1840fb-8939-4796-95d0-bc833736564d_Enabled">
    <vt:lpwstr>true</vt:lpwstr>
  </property>
  <property fmtid="{D5CDD505-2E9C-101B-9397-08002B2CF9AE}" pid="11" name="MSIP_Label_2e1840fb-8939-4796-95d0-bc833736564d_SetDate">
    <vt:lpwstr>2025-12-01T08:38:54Z</vt:lpwstr>
  </property>
</Properties>
</file>